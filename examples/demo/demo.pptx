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olors10.xml" ContentType="application/vnd.ms-office.chartcolorstyle+xml"/>
  <Override PartName="/ppt/charts/colors11.xml" ContentType="application/vnd.ms-office.chartcolorstyle+xml"/>
  <Override PartName="/ppt/charts/style10.xml" ContentType="application/vnd.ms-office.chartstyle+xml"/>
  <Override PartName="/ppt/charts/style11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8.svg" ContentType="image/svg+xml"/>
  <Override PartName="/ppt/media/image3.svg" ContentType="image/svg+xml"/>
  <Override PartName="/ppt/media/image48.svg" ContentType="image/svg+xml"/>
  <Override PartName="/ppt/media/image49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35" r:id="rId5"/>
    <p:sldMasterId id="2147483867" r:id="rId6"/>
    <p:sldMasterId id="2147483899" r:id="rId7"/>
    <p:sldMasterId id="2147483931" r:id="rId8"/>
    <p:sldMasterId id="2147483803" r:id="rId9"/>
  </p:sldMasterIdLst>
  <p:notesMasterIdLst>
    <p:notesMasterId r:id="rId139"/>
  </p:notesMasterIdLst>
  <p:handoutMasterIdLst>
    <p:handoutMasterId r:id="rId140"/>
  </p:handoutMasterIdLst>
  <p:sldIdLst>
    <p:sldId id="4603" r:id="rId122"/>
    <p:sldId id="4604" r:id="rId121"/>
    <p:sldId id="4605" r:id="rId120"/>
    <p:sldId id="4606" r:id="rId119"/>
    <p:sldId id="4607" r:id="rId118"/>
    <p:sldId id="4608" r:id="rId117"/>
    <p:sldId id="4609" r:id="rId116"/>
    <p:sldId id="4610" r:id="rId101"/>
    <p:sldId id="4611" r:id="rId93"/>
    <p:sldId id="4612" r:id="rId9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383BBBB8-A9A0-4276-8067-449D8A121FC5}">
          <p14:sldIdLst>
            <p14:sldId id="4576"/>
            <p14:sldId id="4604"/>
            <p14:sldId id="4577"/>
            <p14:sldId id="4578"/>
          </p14:sldIdLst>
        </p14:section>
        <p14:section name="Титульные слайды" id="{86616960-37D9-40E7-A56F-60D26BA21785}">
          <p14:sldIdLst>
            <p14:sldId id="4554"/>
            <p14:sldId id="4297"/>
            <p14:sldId id="4355"/>
            <p14:sldId id="4356"/>
            <p14:sldId id="4228"/>
            <p14:sldId id="4296"/>
            <p14:sldId id="4299"/>
          </p14:sldIdLst>
        </p14:section>
        <p14:section name="Разделительные слайды" id="{70B6BFDF-B35F-4F37-98BF-171FBF3B2E55}">
          <p14:sldIdLst>
            <p14:sldId id="4555"/>
            <p14:sldId id="4300"/>
            <p14:sldId id="4575"/>
            <p14:sldId id="4298"/>
            <p14:sldId id="4301"/>
          </p14:sldIdLst>
        </p14:section>
        <p14:section name="Навигация" id="{9598D306-BA00-45C0-89BD-B17582FB5D11}">
          <p14:sldIdLst>
            <p14:sldId id="4556"/>
            <p14:sldId id="4391"/>
          </p14:sldIdLst>
        </p14:section>
        <p14:section name="Контентные слайды" id="{5385DE7E-2102-44E4-930A-A280DE53B6D0}">
          <p14:sldIdLst>
            <p14:sldId id="4557"/>
            <p14:sldId id="4303"/>
            <p14:sldId id="4304"/>
            <p14:sldId id="4305"/>
            <p14:sldId id="4306"/>
            <p14:sldId id="4308"/>
            <p14:sldId id="4309"/>
            <p14:sldId id="4310"/>
            <p14:sldId id="4311"/>
            <p14:sldId id="4312"/>
            <p14:sldId id="4313"/>
            <p14:sldId id="4583"/>
            <p14:sldId id="4584"/>
            <p14:sldId id="4314"/>
            <p14:sldId id="4315"/>
            <p14:sldId id="4316"/>
            <p14:sldId id="4317"/>
            <p14:sldId id="4318"/>
            <p14:sldId id="4319"/>
            <p14:sldId id="4320"/>
            <p14:sldId id="4321"/>
            <p14:sldId id="4357"/>
            <p14:sldId id="4322"/>
            <p14:sldId id="4327"/>
            <p14:sldId id="4323"/>
            <p14:sldId id="4358"/>
          </p14:sldIdLst>
        </p14:section>
        <p14:section name="Таблицы" id="{3A7DB06C-1F20-4C55-BFDE-E29DE8C28812}">
          <p14:sldIdLst>
            <p14:sldId id="4558"/>
            <p14:sldId id="4324"/>
            <p14:sldId id="4359"/>
            <p14:sldId id="4325"/>
            <p14:sldId id="4585"/>
            <p14:sldId id="4326"/>
          </p14:sldIdLst>
        </p14:section>
        <p14:section name="Схемы и диаграммы" id="{4D9D146B-B767-4F9A-81E0-E13B4F7892CC}">
          <p14:sldIdLst>
            <p14:sldId id="4559"/>
            <p14:sldId id="4330"/>
            <p14:sldId id="4360"/>
            <p14:sldId id="4331"/>
            <p14:sldId id="4332"/>
            <p14:sldId id="4333"/>
            <p14:sldId id="4334"/>
            <p14:sldId id="4335"/>
            <p14:sldId id="4336"/>
            <p14:sldId id="4337"/>
            <p14:sldId id="4338"/>
            <p14:sldId id="4339"/>
            <p14:sldId id="4340"/>
            <p14:sldId id="4341"/>
            <p14:sldId id="4342"/>
            <p14:sldId id="4343"/>
            <p14:sldId id="4344"/>
            <p14:sldId id="4345"/>
            <p14:sldId id="4587"/>
            <p14:sldId id="4586"/>
            <p14:sldId id="4347"/>
            <p14:sldId id="4348"/>
            <p14:sldId id="4349"/>
            <p14:sldId id="4350"/>
            <p14:sldId id="4351"/>
            <p14:sldId id="4352"/>
            <p14:sldId id="4353"/>
            <p14:sldId id="4354"/>
          </p14:sldIdLst>
        </p14:section>
        <p14:section name="Контакты" id="{8A276784-247A-4371-9BB9-7036F5AF6084}">
          <p14:sldIdLst>
            <p14:sldId id="4560"/>
            <p14:sldId id="4522"/>
            <p14:sldId id="4603"/>
            <p14:sldId id="4523"/>
            <p14:sldId id="4524"/>
          </p14:sldIdLst>
        </p14:section>
        <p14:section name="Эмоциональные слайды" id="{84AE66AA-6EBF-4C01-94B8-CAA5E34F941A}">
          <p14:sldIdLst>
            <p14:sldId id="4561"/>
            <p14:sldId id="4526"/>
            <p14:sldId id="4525"/>
            <p14:sldId id="4580"/>
            <p14:sldId id="4527"/>
            <p14:sldId id="4528"/>
            <p14:sldId id="4534"/>
            <p14:sldId id="4535"/>
          </p14:sldIdLst>
        </p14:section>
        <p14:section name="Дополнительные элементы" id="{FE2788A1-762C-4D15-BC86-CE4919E7B66E}">
          <p14:sldIdLst>
            <p14:sldId id="4562"/>
            <p14:sldId id="4530"/>
            <p14:sldId id="4531"/>
            <p14:sldId id="4533"/>
            <p14:sldId id="4532"/>
            <p14:sldId id="4536"/>
            <p14:sldId id="4537"/>
            <p14:sldId id="4538"/>
            <p14:sldId id="4539"/>
            <p14:sldId id="4540"/>
            <p14:sldId id="4541"/>
            <p14:sldId id="4542"/>
            <p14:sldId id="4543"/>
            <p14:sldId id="4597"/>
            <p14:sldId id="4602"/>
            <p14:sldId id="4544"/>
            <p14:sldId id="4545"/>
            <p14:sldId id="4546"/>
            <p14:sldId id="4547"/>
            <p14:sldId id="4548"/>
            <p14:sldId id="4549"/>
            <p14:sldId id="4550"/>
            <p14:sldId id="4564"/>
            <p14:sldId id="4565"/>
            <p14:sldId id="4566"/>
            <p14:sldId id="4588"/>
            <p14:sldId id="4582"/>
            <p14:sldId id="4567"/>
            <p14:sldId id="4569"/>
            <p14:sldId id="4570"/>
            <p14:sldId id="4568"/>
            <p14:sldId id="4571"/>
            <p14:sldId id="4572"/>
            <p14:sldId id="4573"/>
            <p14:sldId id="4574"/>
            <p14:sldId id="4579"/>
            <p14:sldId id="4600"/>
            <p14:sldId id="45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91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761"/>
    <a:srgbClr val="6B757D"/>
    <a:srgbClr val="C31632"/>
    <a:srgbClr val="E8697D"/>
    <a:srgbClr val="ABB0B8"/>
    <a:srgbClr val="CCCFD4"/>
    <a:srgbClr val="89929B"/>
    <a:srgbClr val="0A3771"/>
    <a:srgbClr val="D4A865"/>
    <a:srgbClr val="013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C74A1-8E2D-41DE-B334-F6D010106A24}" v="4" dt="2024-05-13T07:58:20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 autoAdjust="0"/>
    <p:restoredTop sz="90205" autoAdjust="0"/>
  </p:normalViewPr>
  <p:slideViewPr>
    <p:cSldViewPr snapToGrid="0">
      <p:cViewPr varScale="1">
        <p:scale>
          <a:sx n="110" d="100"/>
          <a:sy n="110" d="100"/>
        </p:scale>
        <p:origin x="1096" y="168"/>
      </p:cViewPr>
      <p:guideLst>
        <p:guide orient="horz" pos="2160"/>
        <p:guide pos="914"/>
      </p:guideLst>
    </p:cSldViewPr>
  </p:slideViewPr>
  <p:outlineViewPr>
    <p:cViewPr>
      <p:scale>
        <a:sx n="33" d="100"/>
        <a:sy n="33" d="100"/>
      </p:scale>
      <p:origin x="0" y="-49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542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90" Type="http://schemas.openxmlformats.org/officeDocument/2006/relationships/slide" Target="slides/slide120.xml"/><Relationship Id="rId93" Type="http://schemas.openxmlformats.org/officeDocument/2006/relationships/slide" Target="slides/slide119.xml"/><Relationship Id="rId101" Type="http://schemas.openxmlformats.org/officeDocument/2006/relationships/slide" Target="slides/slide118.xml"/><Relationship Id="rId116" Type="http://schemas.openxmlformats.org/officeDocument/2006/relationships/slide" Target="slides/slide117.xml"/><Relationship Id="rId117" Type="http://schemas.openxmlformats.org/officeDocument/2006/relationships/slide" Target="slides/slide116.xml"/><Relationship Id="rId118" Type="http://schemas.openxmlformats.org/officeDocument/2006/relationships/slide" Target="slides/slide115.xml"/><Relationship Id="rId119" Type="http://schemas.openxmlformats.org/officeDocument/2006/relationships/slide" Target="slides/slide114.xml"/><Relationship Id="rId120" Type="http://schemas.openxmlformats.org/officeDocument/2006/relationships/slide" Target="slides/slide113.xml"/><Relationship Id="rId121" Type="http://schemas.openxmlformats.org/officeDocument/2006/relationships/slide" Target="slides/slide112.xml"/><Relationship Id="rId122" Type="http://schemas.openxmlformats.org/officeDocument/2006/relationships/slide" Target="slides/slide111.xml"/><Relationship Id="rId139" Type="http://schemas.openxmlformats.org/officeDocument/2006/relationships/notesMaster" Target="notesMasters/notesMaster1.xml"/><Relationship Id="rId140" Type="http://schemas.openxmlformats.org/officeDocument/2006/relationships/handoutMaster" Target="handoutMasters/handout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1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234400359543461E-3"/>
          <c:y val="3.8951836573929727E-2"/>
          <c:w val="0.99837656596928126"/>
          <c:h val="0.8135001375999856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Материалы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45</c:v>
                </c:pt>
                <c:pt idx="2">
                  <c:v>40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51-4BFD-B7B6-90FA0D73F8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Задания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51-4BFD-B7B6-90FA0D73F8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Обсуждения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</c:v>
                </c:pt>
                <c:pt idx="1">
                  <c:v>22</c:v>
                </c:pt>
                <c:pt idx="2">
                  <c:v>25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51-4BFD-B7B6-90FA0D73F8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8"/>
        <c:overlap val="100"/>
        <c:axId val="135789184"/>
        <c:axId val="135799168"/>
      </c:barChart>
      <c:catAx>
        <c:axId val="13578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5799168"/>
        <c:crosses val="autoZero"/>
        <c:auto val="1"/>
        <c:lblAlgn val="ctr"/>
        <c:lblOffset val="100"/>
        <c:noMultiLvlLbl val="0"/>
      </c:catAx>
      <c:valAx>
        <c:axId val="1357991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789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139995733211555E-4"/>
          <c:y val="3.6780712619066701E-2"/>
          <c:w val="0.99937178622617162"/>
          <c:h val="0.10602547233289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584079985542715E-3"/>
          <c:y val="0.13349371397348506"/>
          <c:w val="0.9968827822042331"/>
          <c:h val="0.718995564691989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Студенты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2.1</c:v>
                </c:pt>
                <c:pt idx="2">
                  <c:v>2.6</c:v>
                </c:pt>
                <c:pt idx="3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7A-43E7-91B9-4633D3F422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Преподаватели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bg2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0.25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7A-43E7-91B9-4633D3F422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Слушатели ДПО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Сен</c:v>
                </c:pt>
                <c:pt idx="1">
                  <c:v>Окт</c:v>
                </c:pt>
                <c:pt idx="2">
                  <c:v>Ноя</c:v>
                </c:pt>
                <c:pt idx="3">
                  <c:v>Дек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</c:v>
                </c:pt>
                <c:pt idx="1">
                  <c:v>0.5</c:v>
                </c:pt>
                <c:pt idx="2">
                  <c:v>0.6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7A-43E7-91B9-4633D3F42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8"/>
        <c:overlap val="-38"/>
        <c:axId val="135910144"/>
        <c:axId val="135911680"/>
      </c:barChart>
      <c:catAx>
        <c:axId val="13591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5911680"/>
        <c:crosses val="autoZero"/>
        <c:auto val="1"/>
        <c:lblAlgn val="ctr"/>
        <c:lblOffset val="100"/>
        <c:noMultiLvlLbl val="0"/>
      </c:catAx>
      <c:valAx>
        <c:axId val="1359116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91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0397648372846938E-3"/>
          <c:y val="3.6780712619066701E-2"/>
          <c:w val="0.9939202556982446"/>
          <c:h val="0.10602547233289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lang="en-US" sz="900" b="0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ru-RU"/>
    </a:p>
  </c:txPr>
  <c:externalData r:id="rId3">
    <c:autoUpdate val="0"/>
  </c:externalData>
</c:chartSpac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34DC23-A4FB-4685-9A83-C81E660475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E3914-4ED7-4DED-AA0B-F1540FC457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F2DEC-3B42-4300-93E6-D08C54F702B9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F3AA-BC44-4779-ABC6-37874AA771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D24E7-72E0-4B67-9858-BBE717FBEB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7E07-54D2-4E13-BC65-A31BC093E51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853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FF5ED-06E7-4AAD-8CF9-72E93C4C3EF7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AE58F-56D4-42A9-8054-618EC07F0D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31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6.svg"/><Relationship Id="rId5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Relationship Id="rId3" Type="http://schemas.openxmlformats.org/officeDocument/2006/relationships/image" Target="../media/image1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1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6.svg"/><Relationship Id="rId5" Type="http://schemas.openxmlformats.org/officeDocument/2006/relationships/image" Target="../media/image1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Relationship Id="rId3" Type="http://schemas.openxmlformats.org/officeDocument/2006/relationships/image" Target="../media/image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Relationship Id="rId3" Type="http://schemas.openxmlformats.org/officeDocument/2006/relationships/image" Target="../media/image11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Relationship Id="rId3" Type="http://schemas.openxmlformats.org/officeDocument/2006/relationships/image" Target="../media/image4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6.svg"/><Relationship Id="rId5" Type="http://schemas.openxmlformats.org/officeDocument/2006/relationships/image" Target="../media/image1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Relationship Id="rId3" Type="http://schemas.openxmlformats.org/officeDocument/2006/relationships/image" Target="../media/image1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svg"/><Relationship Id="rId3" Type="http://schemas.openxmlformats.org/officeDocument/2006/relationships/image" Target="../media/image11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Relationship Id="rId3" Type="http://schemas.openxmlformats.org/officeDocument/2006/relationships/image" Target="../media/image4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6.svg"/><Relationship Id="rId5" Type="http://schemas.openxmlformats.org/officeDocument/2006/relationships/image" Target="../media/image1.sv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Relationship Id="rId3" Type="http://schemas.openxmlformats.org/officeDocument/2006/relationships/image" Target="../media/image11.sv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svg"/><Relationship Id="rId3" Type="http://schemas.openxmlformats.org/officeDocument/2006/relationships/image" Target="../media/image11.sv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svg"/><Relationship Id="rId3" Type="http://schemas.openxmlformats.org/officeDocument/2006/relationships/image" Target="../media/image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2.svg"/><Relationship Id="rId5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Relationship Id="rId3" Type="http://schemas.microsoft.com/office/2007/relationships/hdphoto" Target="../media/hdphoto1.wdp"/><Relationship Id="rId4" Type="http://schemas.openxmlformats.org/officeDocument/2006/relationships/image" Target="../media/image6.svg"/><Relationship Id="rId5" Type="http://schemas.openxmlformats.org/officeDocument/2006/relationships/image" Target="../media/image1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svg"/><Relationship Id="rId3" Type="http://schemas.openxmlformats.org/officeDocument/2006/relationships/image" Target="../media/image1.sv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svg"/><Relationship Id="rId3" Type="http://schemas.openxmlformats.org/officeDocument/2006/relationships/image" Target="../media/image11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image" Target="../media/image1.svg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8137645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1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12192001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E95CD9A-1FBD-4E56-BAE9-1F9C16707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9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70CE1FEE-A16F-3BDF-0CDC-E404F8894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7074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7F340F0-E409-49B7-9AC5-F5257A7DCA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769331"/>
            <a:ext cx="12191997" cy="457590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3042500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480100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4502276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F0381E-3A97-48F7-BC89-D64B4BE07B0C}"/>
              </a:ext>
            </a:extLst>
          </p:cNvPr>
          <p:cNvCxnSpPr>
            <a:cxnSpLocks/>
          </p:cNvCxnSpPr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F920C7C-930C-450F-B8C7-2359CF066A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6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Рисунок 7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4AEAADF-32B5-4E07-A92F-7CD567D2F5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B2D1D11B-4030-CADC-30FA-56203DCD5E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5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фотографией на прозрачном фон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3226252"/>
            <a:ext cx="5646399" cy="101566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2719750"/>
            <a:ext cx="5646399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50BB05-5048-49ED-8299-2B4E13DC7B05}"/>
              </a:ext>
            </a:extLst>
          </p:cNvPr>
          <p:cNvSpPr/>
          <p:nvPr userDrawn="1"/>
        </p:nvSpPr>
        <p:spPr>
          <a:xfrm>
            <a:off x="6854701" y="0"/>
            <a:ext cx="4953000" cy="6858000"/>
          </a:xfrm>
          <a:prstGeom prst="parallelogram">
            <a:avLst>
              <a:gd name="adj" fmla="val 33016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893646B-1B1A-4AF3-96AC-431E4DC9FC8C}"/>
              </a:ext>
            </a:extLst>
          </p:cNvPr>
          <p:cNvSpPr/>
          <p:nvPr userDrawn="1"/>
        </p:nvSpPr>
        <p:spPr>
          <a:xfrm rot="10800000">
            <a:off x="6679888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4B0E331-9DE8-4CDE-8EC8-AE3BDF142FB1}"/>
              </a:ext>
            </a:extLst>
          </p:cNvPr>
          <p:cNvSpPr/>
          <p:nvPr userDrawn="1"/>
        </p:nvSpPr>
        <p:spPr>
          <a:xfrm rot="10800000">
            <a:off x="9436100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6D9F0BC-F3EF-40D6-ACE3-04CB7CE323AC}"/>
              </a:ext>
            </a:extLst>
          </p:cNvPr>
          <p:cNvSpPr/>
          <p:nvPr userDrawn="1"/>
        </p:nvSpPr>
        <p:spPr>
          <a:xfrm rot="10800000">
            <a:off x="9795973" y="0"/>
            <a:ext cx="2371601" cy="4253049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75C1BAA-F52A-4AC4-B31E-9E2FE68196FB}"/>
              </a:ext>
            </a:extLst>
          </p:cNvPr>
          <p:cNvSpPr/>
          <p:nvPr userDrawn="1"/>
        </p:nvSpPr>
        <p:spPr>
          <a:xfrm>
            <a:off x="9839803" y="2604951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70B1A3-E8AD-4745-B504-CF22EE6FB2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231566"/>
            <a:ext cx="5646399" cy="578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4800"/>
              </a:lnSpc>
              <a:buNone/>
              <a:defRPr lang="en-US" sz="360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В две или три строки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FE6F6F-2C5A-4EBD-94D9-A848AD5BB7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8FB3386-438F-4586-9B4C-D202D909F4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137" y="495215"/>
            <a:ext cx="1558275" cy="47702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73D3B3-185C-4E02-A8C5-6D74EDB79CC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10FE863-08A9-40CB-B213-C44E5EA051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875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CE01FE9-9E94-4FEA-85AF-35135FE435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07AF905-B7C7-4149-AB01-2B5A4925C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90391"/>
            <a:ext cx="5646399" cy="1077218"/>
          </a:xfrm>
        </p:spPr>
        <p:txBody>
          <a:bodyPr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lang="ru-RU" sz="40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0D6C9-B406-4BBA-9EC3-81D39D75412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Рисунок 6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EC9469D-2758-4763-B6C6-D5B02A5955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8A29ABE8-26B5-7C1D-17EA-863281B0B6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9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all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Рисунок 7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B85ED2E-00D2-4E8A-A894-1C1C8124A9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EDAD9663-634E-15D6-BF4B-4006F33FCF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6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Рисунок 7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48E2004-2693-4573-8826-20FC9BBEA9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DA0B5B4A-09D2-1DD9-CADA-79425D9A5B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7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 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40A111E-33E1-44D3-8428-8D9283B233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CFDCE0-2466-4487-9C1B-CE8ABA894EAF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Рисунок 7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657CC0C-A31F-4688-B754-8F96AEFF5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17330CB3-1F6E-3A0B-3CF0-96B460AB12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1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2587669"/>
            <a:ext cx="5646399" cy="61555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22" descr="A picture containing table&#10;&#10;Description automatically generated">
            <a:extLst>
              <a:ext uri="{FF2B5EF4-FFF2-40B4-BE49-F238E27FC236}">
                <a16:creationId xmlns:a16="http://schemas.microsoft.com/office/drawing/2014/main" id="{8B25C531-708C-4945-8B83-E756EE6ED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9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6302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ru-RU" dirty="0"/>
              <a:t>Вторая строчка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4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4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35727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993405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534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149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68462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1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654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2929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D68CF29-070B-4282-BF53-C3A10620C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30413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469207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6" name="Picture 16" descr="A screenshot of a flat screen television&#10;&#10;Description automatically generated">
            <a:extLst>
              <a:ext uri="{FF2B5EF4-FFF2-40B4-BE49-F238E27FC236}">
                <a16:creationId xmlns:a16="http://schemas.microsoft.com/office/drawing/2014/main" id="{468BE97C-7BE9-4254-ADB9-BBADE1E30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111" y="1179094"/>
            <a:ext cx="9550185" cy="5639383"/>
          </a:xfrm>
          <a:prstGeom prst="rect">
            <a:avLst/>
          </a:prstGeom>
        </p:spPr>
      </p:pic>
      <p:sp>
        <p:nvSpPr>
          <p:cNvPr id="8" name="Рисунок 3">
            <a:extLst>
              <a:ext uri="{FF2B5EF4-FFF2-40B4-BE49-F238E27FC236}">
                <a16:creationId xmlns:a16="http://schemas.microsoft.com/office/drawing/2014/main" id="{D4E40A85-C800-414C-BEE1-B578D5514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4913" y="1516856"/>
            <a:ext cx="6238875" cy="381952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en-US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603251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22">
            <a:extLst>
              <a:ext uri="{FF2B5EF4-FFF2-40B4-BE49-F238E27FC236}">
                <a16:creationId xmlns:a16="http://schemas.microsoft.com/office/drawing/2014/main" id="{C784C029-6C93-413D-8699-4362434FD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</a:blip>
          <a:srcRect l="34033" t="15463" r="28889" b="14498"/>
          <a:stretch/>
        </p:blipFill>
        <p:spPr>
          <a:xfrm>
            <a:off x="8442477" y="1060171"/>
            <a:ext cx="2918577" cy="5513074"/>
          </a:xfrm>
          <a:prstGeom prst="rect">
            <a:avLst/>
          </a:prstGeom>
          <a:noFill/>
          <a:ln>
            <a:noFill/>
          </a:ln>
          <a:effectLst>
            <a:outerShdw blurRad="342900" dist="114300" dir="2700000" algn="tl" rotWithShape="0">
              <a:srgbClr val="000000">
                <a:alpha val="30980"/>
              </a:srgbClr>
            </a:outerShdw>
          </a:effectLst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D48C7C90-CD98-4D00-8F58-3DFE15D1F7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20589" y="1435154"/>
            <a:ext cx="2200456" cy="4779909"/>
          </a:xfrm>
          <a:custGeom>
            <a:avLst/>
            <a:gdLst>
              <a:gd name="connsiteX0" fmla="*/ 394614 w 1920529"/>
              <a:gd name="connsiteY0" fmla="*/ 295 h 4171841"/>
              <a:gd name="connsiteX1" fmla="*/ 433387 w 1920529"/>
              <a:gd name="connsiteY1" fmla="*/ 32559 h 4171841"/>
              <a:gd name="connsiteX2" fmla="*/ 439896 w 1920529"/>
              <a:gd name="connsiteY2" fmla="*/ 66237 h 4171841"/>
              <a:gd name="connsiteX3" fmla="*/ 496498 w 1920529"/>
              <a:gd name="connsiteY3" fmla="*/ 136991 h 4171841"/>
              <a:gd name="connsiteX4" fmla="*/ 622911 w 1920529"/>
              <a:gd name="connsiteY4" fmla="*/ 165009 h 4171841"/>
              <a:gd name="connsiteX5" fmla="*/ 1301480 w 1920529"/>
              <a:gd name="connsiteY5" fmla="*/ 165009 h 4171841"/>
              <a:gd name="connsiteX6" fmla="*/ 1413082 w 1920529"/>
              <a:gd name="connsiteY6" fmla="*/ 142934 h 4171841"/>
              <a:gd name="connsiteX7" fmla="*/ 1487325 w 1920529"/>
              <a:gd name="connsiteY7" fmla="*/ 46427 h 4171841"/>
              <a:gd name="connsiteX8" fmla="*/ 1541191 w 1920529"/>
              <a:gd name="connsiteY8" fmla="*/ 295 h 4171841"/>
              <a:gd name="connsiteX9" fmla="*/ 1690244 w 1920529"/>
              <a:gd name="connsiteY9" fmla="*/ 484 h 4171841"/>
              <a:gd name="connsiteX10" fmla="*/ 1809864 w 1920529"/>
              <a:gd name="connsiteY10" fmla="*/ 27182 h 4171841"/>
              <a:gd name="connsiteX11" fmla="*/ 1912599 w 1920529"/>
              <a:gd name="connsiteY11" fmla="*/ 180480 h 4171841"/>
              <a:gd name="connsiteX12" fmla="*/ 1920145 w 1920529"/>
              <a:gd name="connsiteY12" fmla="*/ 329062 h 4171841"/>
              <a:gd name="connsiteX13" fmla="*/ 1920428 w 1920529"/>
              <a:gd name="connsiteY13" fmla="*/ 2963247 h 4171841"/>
              <a:gd name="connsiteX14" fmla="*/ 1920334 w 1920529"/>
              <a:gd name="connsiteY14" fmla="*/ 3268147 h 4171841"/>
              <a:gd name="connsiteX15" fmla="*/ 1917409 w 1920529"/>
              <a:gd name="connsiteY15" fmla="*/ 3893887 h 4171841"/>
              <a:gd name="connsiteX16" fmla="*/ 1912881 w 1920529"/>
              <a:gd name="connsiteY16" fmla="*/ 4001431 h 4171841"/>
              <a:gd name="connsiteX17" fmla="*/ 1766092 w 1920529"/>
              <a:gd name="connsiteY17" fmla="*/ 4161993 h 4171841"/>
              <a:gd name="connsiteX18" fmla="*/ 1675246 w 1920529"/>
              <a:gd name="connsiteY18" fmla="*/ 4171427 h 4171841"/>
              <a:gd name="connsiteX19" fmla="*/ 246976 w 1920529"/>
              <a:gd name="connsiteY19" fmla="*/ 4171616 h 4171841"/>
              <a:gd name="connsiteX20" fmla="*/ 125186 w 1920529"/>
              <a:gd name="connsiteY20" fmla="*/ 4153787 h 4171841"/>
              <a:gd name="connsiteX21" fmla="*/ 43867 w 1920529"/>
              <a:gd name="connsiteY21" fmla="*/ 4090297 h 4171841"/>
              <a:gd name="connsiteX22" fmla="*/ 6604 w 1920529"/>
              <a:gd name="connsiteY22" fmla="*/ 3969451 h 4171841"/>
              <a:gd name="connsiteX23" fmla="*/ 0 w 1920529"/>
              <a:gd name="connsiteY23" fmla="*/ 2066664 h 4171841"/>
              <a:gd name="connsiteX24" fmla="*/ 2170 w 1920529"/>
              <a:gd name="connsiteY24" fmla="*/ 2066664 h 4171841"/>
              <a:gd name="connsiteX25" fmla="*/ 2548 w 1920529"/>
              <a:gd name="connsiteY25" fmla="*/ 303685 h 4171841"/>
              <a:gd name="connsiteX26" fmla="*/ 11321 w 1920529"/>
              <a:gd name="connsiteY26" fmla="*/ 171330 h 4171841"/>
              <a:gd name="connsiteX27" fmla="*/ 181695 w 1920529"/>
              <a:gd name="connsiteY27" fmla="*/ 5107 h 4171841"/>
              <a:gd name="connsiteX28" fmla="*/ 252447 w 1920529"/>
              <a:gd name="connsiteY28" fmla="*/ 484 h 4171841"/>
              <a:gd name="connsiteX29" fmla="*/ 394614 w 1920529"/>
              <a:gd name="connsiteY29" fmla="*/ 295 h 417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20529" h="4171841">
                <a:moveTo>
                  <a:pt x="394614" y="295"/>
                </a:moveTo>
                <a:cubicBezTo>
                  <a:pt x="420934" y="484"/>
                  <a:pt x="428009" y="6805"/>
                  <a:pt x="433387" y="32559"/>
                </a:cubicBezTo>
                <a:cubicBezTo>
                  <a:pt x="435651" y="43786"/>
                  <a:pt x="437538" y="55106"/>
                  <a:pt x="439896" y="66237"/>
                </a:cubicBezTo>
                <a:cubicBezTo>
                  <a:pt x="446972" y="99161"/>
                  <a:pt x="466688" y="121897"/>
                  <a:pt x="496498" y="136991"/>
                </a:cubicBezTo>
                <a:cubicBezTo>
                  <a:pt x="536308" y="157085"/>
                  <a:pt x="579044" y="164820"/>
                  <a:pt x="622911" y="165009"/>
                </a:cubicBezTo>
                <a:cubicBezTo>
                  <a:pt x="849132" y="165574"/>
                  <a:pt x="1075353" y="165480"/>
                  <a:pt x="1301480" y="165009"/>
                </a:cubicBezTo>
                <a:cubicBezTo>
                  <a:pt x="1339782" y="164915"/>
                  <a:pt x="1377233" y="158027"/>
                  <a:pt x="1413082" y="142934"/>
                </a:cubicBezTo>
                <a:cubicBezTo>
                  <a:pt x="1456571" y="124633"/>
                  <a:pt x="1480627" y="92841"/>
                  <a:pt x="1487325" y="46427"/>
                </a:cubicBezTo>
                <a:cubicBezTo>
                  <a:pt x="1493740" y="1994"/>
                  <a:pt x="1496382" y="295"/>
                  <a:pt x="1541191" y="295"/>
                </a:cubicBezTo>
                <a:cubicBezTo>
                  <a:pt x="1590907" y="295"/>
                  <a:pt x="1640529" y="-82"/>
                  <a:pt x="1690244" y="484"/>
                </a:cubicBezTo>
                <a:cubicBezTo>
                  <a:pt x="1731848" y="956"/>
                  <a:pt x="1772696" y="6994"/>
                  <a:pt x="1809864" y="27182"/>
                </a:cubicBezTo>
                <a:cubicBezTo>
                  <a:pt x="1870713" y="60200"/>
                  <a:pt x="1905711" y="111991"/>
                  <a:pt x="1912599" y="180480"/>
                </a:cubicBezTo>
                <a:cubicBezTo>
                  <a:pt x="1917598" y="229724"/>
                  <a:pt x="1920145" y="279534"/>
                  <a:pt x="1920145" y="329062"/>
                </a:cubicBezTo>
                <a:cubicBezTo>
                  <a:pt x="1920523" y="1207155"/>
                  <a:pt x="1920428" y="2085155"/>
                  <a:pt x="1920428" y="2963247"/>
                </a:cubicBezTo>
                <a:cubicBezTo>
                  <a:pt x="1920428" y="3064849"/>
                  <a:pt x="1920711" y="3166544"/>
                  <a:pt x="1920334" y="3268147"/>
                </a:cubicBezTo>
                <a:cubicBezTo>
                  <a:pt x="1919579" y="3476726"/>
                  <a:pt x="1918730" y="3685306"/>
                  <a:pt x="1917409" y="3893887"/>
                </a:cubicBezTo>
                <a:cubicBezTo>
                  <a:pt x="1917221" y="3929735"/>
                  <a:pt x="1915334" y="3965677"/>
                  <a:pt x="1912881" y="4001431"/>
                </a:cubicBezTo>
                <a:cubicBezTo>
                  <a:pt x="1907410" y="4080204"/>
                  <a:pt x="1847789" y="4146145"/>
                  <a:pt x="1766092" y="4161993"/>
                </a:cubicBezTo>
                <a:cubicBezTo>
                  <a:pt x="1736281" y="4167749"/>
                  <a:pt x="1705528" y="4171333"/>
                  <a:pt x="1675246" y="4171427"/>
                </a:cubicBezTo>
                <a:cubicBezTo>
                  <a:pt x="1199124" y="4171994"/>
                  <a:pt x="723097" y="4171900"/>
                  <a:pt x="246976" y="4171616"/>
                </a:cubicBezTo>
                <a:cubicBezTo>
                  <a:pt x="205750" y="4171616"/>
                  <a:pt x="164808" y="4166805"/>
                  <a:pt x="125186" y="4153787"/>
                </a:cubicBezTo>
                <a:cubicBezTo>
                  <a:pt x="90281" y="4142371"/>
                  <a:pt x="63207" y="4121335"/>
                  <a:pt x="43867" y="4090297"/>
                </a:cubicBezTo>
                <a:cubicBezTo>
                  <a:pt x="20849" y="4053317"/>
                  <a:pt x="6698" y="4013978"/>
                  <a:pt x="6604" y="3969451"/>
                </a:cubicBezTo>
                <a:cubicBezTo>
                  <a:pt x="4623" y="3335126"/>
                  <a:pt x="2264" y="2700895"/>
                  <a:pt x="0" y="2066664"/>
                </a:cubicBezTo>
                <a:cubicBezTo>
                  <a:pt x="755" y="2066664"/>
                  <a:pt x="1510" y="2066664"/>
                  <a:pt x="2170" y="2066664"/>
                </a:cubicBezTo>
                <a:cubicBezTo>
                  <a:pt x="2170" y="1479036"/>
                  <a:pt x="1981" y="891314"/>
                  <a:pt x="2548" y="303685"/>
                </a:cubicBezTo>
                <a:cubicBezTo>
                  <a:pt x="2548" y="259535"/>
                  <a:pt x="5944" y="215102"/>
                  <a:pt x="11321" y="171330"/>
                </a:cubicBezTo>
                <a:cubicBezTo>
                  <a:pt x="23679" y="71710"/>
                  <a:pt x="102829" y="15107"/>
                  <a:pt x="181695" y="5107"/>
                </a:cubicBezTo>
                <a:cubicBezTo>
                  <a:pt x="205090" y="2182"/>
                  <a:pt x="228863" y="768"/>
                  <a:pt x="252447" y="484"/>
                </a:cubicBezTo>
                <a:cubicBezTo>
                  <a:pt x="299805" y="-270"/>
                  <a:pt x="347256" y="13"/>
                  <a:pt x="394614" y="295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25977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95D247D2-83AF-4DB7-BBBE-5F11EF9958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5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Рисунок 10">
            <a:extLst>
              <a:ext uri="{FF2B5EF4-FFF2-40B4-BE49-F238E27FC236}">
                <a16:creationId xmlns:a16="http://schemas.microsoft.com/office/drawing/2014/main" id="{F6C1A6F8-E482-4CD3-B793-FB37F40D25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3550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2" name="Рисунок 10">
            <a:extLst>
              <a:ext uri="{FF2B5EF4-FFF2-40B4-BE49-F238E27FC236}">
                <a16:creationId xmlns:a16="http://schemas.microsoft.com/office/drawing/2014/main" id="{14172962-67DB-49D3-B3D9-994E0D2458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8206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3" name="Рисунок 10">
            <a:extLst>
              <a:ext uri="{FF2B5EF4-FFF2-40B4-BE49-F238E27FC236}">
                <a16:creationId xmlns:a16="http://schemas.microsoft.com/office/drawing/2014/main" id="{ABC80502-55AA-425A-A0D5-5AB24ACACD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91275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4" name="Рисунок 10">
            <a:extLst>
              <a:ext uri="{FF2B5EF4-FFF2-40B4-BE49-F238E27FC236}">
                <a16:creationId xmlns:a16="http://schemas.microsoft.com/office/drawing/2014/main" id="{B4385FE8-FF45-4D1A-A3A6-BD013E519AC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83550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5" name="Рисунок 10">
            <a:extLst>
              <a:ext uri="{FF2B5EF4-FFF2-40B4-BE49-F238E27FC236}">
                <a16:creationId xmlns:a16="http://schemas.microsoft.com/office/drawing/2014/main" id="{2C5D671B-ADA7-4ED6-BFE9-E07133738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78206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6" name="Рисунок 10">
            <a:extLst>
              <a:ext uri="{FF2B5EF4-FFF2-40B4-BE49-F238E27FC236}">
                <a16:creationId xmlns:a16="http://schemas.microsoft.com/office/drawing/2014/main" id="{BA0C9B24-D7DB-47FE-AC55-D65EF4D832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1275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B08A2850-6739-4559-B58D-9D7A351CE6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83550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8" name="Рисунок 10">
            <a:extLst>
              <a:ext uri="{FF2B5EF4-FFF2-40B4-BE49-F238E27FC236}">
                <a16:creationId xmlns:a16="http://schemas.microsoft.com/office/drawing/2014/main" id="{0D21383A-808B-4C97-9A6F-83EE82AF228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78206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3689689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E9E0BF2-5738-4018-ABD3-24A059B08F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6" y="2134253"/>
            <a:ext cx="5029697" cy="2872836"/>
          </a:xfrm>
          <a:custGeom>
            <a:avLst/>
            <a:gdLst>
              <a:gd name="connsiteX0" fmla="*/ 3386931 w 5029697"/>
              <a:gd name="connsiteY0" fmla="*/ 1950245 h 2872836"/>
              <a:gd name="connsiteX1" fmla="*/ 5029697 w 5029697"/>
              <a:gd name="connsiteY1" fmla="*/ 1950245 h 2872836"/>
              <a:gd name="connsiteX2" fmla="*/ 5029697 w 5029697"/>
              <a:gd name="connsiteY2" fmla="*/ 2872836 h 2872836"/>
              <a:gd name="connsiteX3" fmla="*/ 3386931 w 5029697"/>
              <a:gd name="connsiteY3" fmla="*/ 2872836 h 2872836"/>
              <a:gd name="connsiteX4" fmla="*/ 1692275 w 5029697"/>
              <a:gd name="connsiteY4" fmla="*/ 1950245 h 2872836"/>
              <a:gd name="connsiteX5" fmla="*/ 3335041 w 5029697"/>
              <a:gd name="connsiteY5" fmla="*/ 1950245 h 2872836"/>
              <a:gd name="connsiteX6" fmla="*/ 3335041 w 5029697"/>
              <a:gd name="connsiteY6" fmla="*/ 2872836 h 2872836"/>
              <a:gd name="connsiteX7" fmla="*/ 1692275 w 5029697"/>
              <a:gd name="connsiteY7" fmla="*/ 2872836 h 2872836"/>
              <a:gd name="connsiteX8" fmla="*/ 0 w 5029697"/>
              <a:gd name="connsiteY8" fmla="*/ 1950245 h 2872836"/>
              <a:gd name="connsiteX9" fmla="*/ 1642766 w 5029697"/>
              <a:gd name="connsiteY9" fmla="*/ 1950245 h 2872836"/>
              <a:gd name="connsiteX10" fmla="*/ 1642766 w 5029697"/>
              <a:gd name="connsiteY10" fmla="*/ 2872836 h 2872836"/>
              <a:gd name="connsiteX11" fmla="*/ 0 w 5029697"/>
              <a:gd name="connsiteY11" fmla="*/ 2872836 h 2872836"/>
              <a:gd name="connsiteX12" fmla="*/ 3386931 w 5029697"/>
              <a:gd name="connsiteY12" fmla="*/ 971551 h 2872836"/>
              <a:gd name="connsiteX13" fmla="*/ 5029697 w 5029697"/>
              <a:gd name="connsiteY13" fmla="*/ 971551 h 2872836"/>
              <a:gd name="connsiteX14" fmla="*/ 5029697 w 5029697"/>
              <a:gd name="connsiteY14" fmla="*/ 1894142 h 2872836"/>
              <a:gd name="connsiteX15" fmla="*/ 3386931 w 5029697"/>
              <a:gd name="connsiteY15" fmla="*/ 1894142 h 2872836"/>
              <a:gd name="connsiteX16" fmla="*/ 1692275 w 5029697"/>
              <a:gd name="connsiteY16" fmla="*/ 971551 h 2872836"/>
              <a:gd name="connsiteX17" fmla="*/ 3335041 w 5029697"/>
              <a:gd name="connsiteY17" fmla="*/ 971551 h 2872836"/>
              <a:gd name="connsiteX18" fmla="*/ 3335041 w 5029697"/>
              <a:gd name="connsiteY18" fmla="*/ 1894142 h 2872836"/>
              <a:gd name="connsiteX19" fmla="*/ 1692275 w 5029697"/>
              <a:gd name="connsiteY19" fmla="*/ 1894142 h 2872836"/>
              <a:gd name="connsiteX20" fmla="*/ 0 w 5029697"/>
              <a:gd name="connsiteY20" fmla="*/ 971551 h 2872836"/>
              <a:gd name="connsiteX21" fmla="*/ 1642766 w 5029697"/>
              <a:gd name="connsiteY21" fmla="*/ 971551 h 2872836"/>
              <a:gd name="connsiteX22" fmla="*/ 1642766 w 5029697"/>
              <a:gd name="connsiteY22" fmla="*/ 1894142 h 2872836"/>
              <a:gd name="connsiteX23" fmla="*/ 0 w 5029697"/>
              <a:gd name="connsiteY23" fmla="*/ 1894142 h 2872836"/>
              <a:gd name="connsiteX24" fmla="*/ 3386931 w 5029697"/>
              <a:gd name="connsiteY24" fmla="*/ 0 h 2872836"/>
              <a:gd name="connsiteX25" fmla="*/ 5029697 w 5029697"/>
              <a:gd name="connsiteY25" fmla="*/ 0 h 2872836"/>
              <a:gd name="connsiteX26" fmla="*/ 5029697 w 5029697"/>
              <a:gd name="connsiteY26" fmla="*/ 922591 h 2872836"/>
              <a:gd name="connsiteX27" fmla="*/ 3386931 w 5029697"/>
              <a:gd name="connsiteY27" fmla="*/ 922591 h 2872836"/>
              <a:gd name="connsiteX28" fmla="*/ 1692275 w 5029697"/>
              <a:gd name="connsiteY28" fmla="*/ 0 h 2872836"/>
              <a:gd name="connsiteX29" fmla="*/ 3335041 w 5029697"/>
              <a:gd name="connsiteY29" fmla="*/ 0 h 2872836"/>
              <a:gd name="connsiteX30" fmla="*/ 3335041 w 5029697"/>
              <a:gd name="connsiteY30" fmla="*/ 922591 h 2872836"/>
              <a:gd name="connsiteX31" fmla="*/ 1692275 w 5029697"/>
              <a:gd name="connsiteY31" fmla="*/ 922591 h 2872836"/>
              <a:gd name="connsiteX32" fmla="*/ 0 w 5029697"/>
              <a:gd name="connsiteY32" fmla="*/ 0 h 2872836"/>
              <a:gd name="connsiteX33" fmla="*/ 1642766 w 5029697"/>
              <a:gd name="connsiteY33" fmla="*/ 0 h 2872836"/>
              <a:gd name="connsiteX34" fmla="*/ 1642766 w 5029697"/>
              <a:gd name="connsiteY34" fmla="*/ 922591 h 2872836"/>
              <a:gd name="connsiteX35" fmla="*/ 0 w 5029697"/>
              <a:gd name="connsiteY35" fmla="*/ 922591 h 287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029697" h="2872836">
                <a:moveTo>
                  <a:pt x="3386931" y="1950245"/>
                </a:moveTo>
                <a:lnTo>
                  <a:pt x="5029697" y="1950245"/>
                </a:lnTo>
                <a:lnTo>
                  <a:pt x="5029697" y="2872836"/>
                </a:lnTo>
                <a:lnTo>
                  <a:pt x="3386931" y="2872836"/>
                </a:lnTo>
                <a:close/>
                <a:moveTo>
                  <a:pt x="1692275" y="1950245"/>
                </a:moveTo>
                <a:lnTo>
                  <a:pt x="3335041" y="1950245"/>
                </a:lnTo>
                <a:lnTo>
                  <a:pt x="3335041" y="2872836"/>
                </a:lnTo>
                <a:lnTo>
                  <a:pt x="1692275" y="2872836"/>
                </a:lnTo>
                <a:close/>
                <a:moveTo>
                  <a:pt x="0" y="1950245"/>
                </a:moveTo>
                <a:lnTo>
                  <a:pt x="1642766" y="1950245"/>
                </a:lnTo>
                <a:lnTo>
                  <a:pt x="1642766" y="2872836"/>
                </a:lnTo>
                <a:lnTo>
                  <a:pt x="0" y="2872836"/>
                </a:lnTo>
                <a:close/>
                <a:moveTo>
                  <a:pt x="3386931" y="971551"/>
                </a:moveTo>
                <a:lnTo>
                  <a:pt x="5029697" y="971551"/>
                </a:lnTo>
                <a:lnTo>
                  <a:pt x="5029697" y="1894142"/>
                </a:lnTo>
                <a:lnTo>
                  <a:pt x="3386931" y="1894142"/>
                </a:lnTo>
                <a:close/>
                <a:moveTo>
                  <a:pt x="1692275" y="971551"/>
                </a:moveTo>
                <a:lnTo>
                  <a:pt x="3335041" y="971551"/>
                </a:lnTo>
                <a:lnTo>
                  <a:pt x="3335041" y="1894142"/>
                </a:lnTo>
                <a:lnTo>
                  <a:pt x="1692275" y="1894142"/>
                </a:lnTo>
                <a:close/>
                <a:moveTo>
                  <a:pt x="0" y="971551"/>
                </a:moveTo>
                <a:lnTo>
                  <a:pt x="1642766" y="971551"/>
                </a:lnTo>
                <a:lnTo>
                  <a:pt x="1642766" y="1894142"/>
                </a:lnTo>
                <a:lnTo>
                  <a:pt x="0" y="1894142"/>
                </a:lnTo>
                <a:close/>
                <a:moveTo>
                  <a:pt x="3386931" y="0"/>
                </a:moveTo>
                <a:lnTo>
                  <a:pt x="5029697" y="0"/>
                </a:lnTo>
                <a:lnTo>
                  <a:pt x="5029697" y="922591"/>
                </a:lnTo>
                <a:lnTo>
                  <a:pt x="3386931" y="922591"/>
                </a:lnTo>
                <a:close/>
                <a:moveTo>
                  <a:pt x="1692275" y="0"/>
                </a:moveTo>
                <a:lnTo>
                  <a:pt x="3335041" y="0"/>
                </a:lnTo>
                <a:lnTo>
                  <a:pt x="3335041" y="922591"/>
                </a:lnTo>
                <a:lnTo>
                  <a:pt x="1692275" y="922591"/>
                </a:lnTo>
                <a:close/>
                <a:moveTo>
                  <a:pt x="0" y="0"/>
                </a:moveTo>
                <a:lnTo>
                  <a:pt x="1642766" y="0"/>
                </a:lnTo>
                <a:lnTo>
                  <a:pt x="1642766" y="922591"/>
                </a:lnTo>
                <a:lnTo>
                  <a:pt x="0" y="922591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755433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F6637E-FA25-4ED5-9B39-BB5355F46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92663"/>
            <a:ext cx="5003800" cy="4304219"/>
          </a:xfrm>
          <a:custGeom>
            <a:avLst/>
            <a:gdLst>
              <a:gd name="connsiteX0" fmla="*/ 0 w 5003800"/>
              <a:gd name="connsiteY0" fmla="*/ 0 h 4304219"/>
              <a:gd name="connsiteX1" fmla="*/ 4945478 w 5003800"/>
              <a:gd name="connsiteY1" fmla="*/ 0 h 4304219"/>
              <a:gd name="connsiteX2" fmla="*/ 5003800 w 5003800"/>
              <a:gd name="connsiteY2" fmla="*/ 58322 h 4304219"/>
              <a:gd name="connsiteX3" fmla="*/ 5003800 w 5003800"/>
              <a:gd name="connsiteY3" fmla="*/ 4245897 h 4304219"/>
              <a:gd name="connsiteX4" fmla="*/ 4945478 w 5003800"/>
              <a:gd name="connsiteY4" fmla="*/ 4304219 h 4304219"/>
              <a:gd name="connsiteX5" fmla="*/ 0 w 5003800"/>
              <a:gd name="connsiteY5" fmla="*/ 4304219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3800" h="4304219">
                <a:moveTo>
                  <a:pt x="0" y="0"/>
                </a:moveTo>
                <a:lnTo>
                  <a:pt x="4945478" y="0"/>
                </a:lnTo>
                <a:cubicBezTo>
                  <a:pt x="4977688" y="0"/>
                  <a:pt x="5003800" y="26112"/>
                  <a:pt x="5003800" y="58322"/>
                </a:cubicBezTo>
                <a:lnTo>
                  <a:pt x="5003800" y="4245897"/>
                </a:lnTo>
                <a:cubicBezTo>
                  <a:pt x="5003800" y="4278107"/>
                  <a:pt x="4977688" y="4304219"/>
                  <a:pt x="4945478" y="4304219"/>
                </a:cubicBezTo>
                <a:lnTo>
                  <a:pt x="0" y="4304219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9780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045974-98BC-4F9A-898B-5BB22DDB34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4988" y="1292662"/>
            <a:ext cx="5001012" cy="4304219"/>
          </a:xfrm>
          <a:custGeom>
            <a:avLst/>
            <a:gdLst>
              <a:gd name="connsiteX0" fmla="*/ 58322 w 5001012"/>
              <a:gd name="connsiteY0" fmla="*/ 0 h 4304219"/>
              <a:gd name="connsiteX1" fmla="*/ 5001012 w 5001012"/>
              <a:gd name="connsiteY1" fmla="*/ 0 h 4304219"/>
              <a:gd name="connsiteX2" fmla="*/ 5001012 w 5001012"/>
              <a:gd name="connsiteY2" fmla="*/ 1 h 4304219"/>
              <a:gd name="connsiteX3" fmla="*/ 5001012 w 5001012"/>
              <a:gd name="connsiteY3" fmla="*/ 4304219 h 4304219"/>
              <a:gd name="connsiteX4" fmla="*/ 58322 w 5001012"/>
              <a:gd name="connsiteY4" fmla="*/ 4304219 h 4304219"/>
              <a:gd name="connsiteX5" fmla="*/ 0 w 5001012"/>
              <a:gd name="connsiteY5" fmla="*/ 4245897 h 4304219"/>
              <a:gd name="connsiteX6" fmla="*/ 0 w 5001012"/>
              <a:gd name="connsiteY6" fmla="*/ 58322 h 4304219"/>
              <a:gd name="connsiteX7" fmla="*/ 58322 w 5001012"/>
              <a:gd name="connsiteY7" fmla="*/ 0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012" h="4304219">
                <a:moveTo>
                  <a:pt x="58322" y="0"/>
                </a:moveTo>
                <a:lnTo>
                  <a:pt x="5001012" y="0"/>
                </a:lnTo>
                <a:lnTo>
                  <a:pt x="5001012" y="1"/>
                </a:lnTo>
                <a:lnTo>
                  <a:pt x="5001012" y="4304219"/>
                </a:lnTo>
                <a:lnTo>
                  <a:pt x="58322" y="4304219"/>
                </a:lnTo>
                <a:cubicBezTo>
                  <a:pt x="26112" y="4304219"/>
                  <a:pt x="0" y="4278107"/>
                  <a:pt x="0" y="4245897"/>
                </a:cubicBezTo>
                <a:lnTo>
                  <a:pt x="0" y="58322"/>
                </a:lnTo>
                <a:cubicBezTo>
                  <a:pt x="0" y="26112"/>
                  <a:pt x="26112" y="0"/>
                  <a:pt x="58322" y="0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4955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063BE5-C071-41FD-B46E-66E593A01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2201" y="1292662"/>
            <a:ext cx="10007600" cy="4333523"/>
          </a:xfrm>
          <a:prstGeom prst="roundRect">
            <a:avLst>
              <a:gd name="adj" fmla="val 1281"/>
            </a:avLst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811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59C2CC-921F-4753-9DC7-FC2BE6957830}"/>
              </a:ext>
            </a:extLst>
          </p:cNvPr>
          <p:cNvGrpSpPr/>
          <p:nvPr userDrawn="1"/>
        </p:nvGrpSpPr>
        <p:grpSpPr>
          <a:xfrm>
            <a:off x="4380922" y="2596467"/>
            <a:ext cx="2418064" cy="3748771"/>
            <a:chOff x="5024978" y="3109229"/>
            <a:chExt cx="2418064" cy="374877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1CEA0B8-7D76-4D8C-8A78-FA3F5117AD1A}"/>
                </a:ext>
              </a:extLst>
            </p:cNvPr>
            <p:cNvSpPr/>
            <p:nvPr/>
          </p:nvSpPr>
          <p:spPr>
            <a:xfrm>
              <a:off x="5352638" y="3109229"/>
              <a:ext cx="2090404" cy="3748771"/>
            </a:xfrm>
            <a:prstGeom prst="parallelogram">
              <a:avLst>
                <a:gd name="adj" fmla="val 42841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8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BF0B4BB-2F79-45A7-BD1C-2AB0ACFF25C0}"/>
                </a:ext>
              </a:extLst>
            </p:cNvPr>
            <p:cNvSpPr/>
            <p:nvPr/>
          </p:nvSpPr>
          <p:spPr>
            <a:xfrm>
              <a:off x="5024978" y="3109229"/>
              <a:ext cx="2090404" cy="3748771"/>
            </a:xfrm>
            <a:prstGeom prst="parallelogram">
              <a:avLst>
                <a:gd name="adj" fmla="val 43069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6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015787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FC411482-A01D-4D41-9049-435751A03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CD4A95A7-CC45-4AFB-96BE-6972E37907F7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57AE9D31-0623-416B-A401-425C07317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30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36381B5-2874-4CCA-A61B-B4BDD05B9C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D8309-28B8-4E0E-B60C-F6DF2EAA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368F232-4EDA-4308-9BC4-CE2AD87F1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1951038"/>
            <a:ext cx="46863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6F0B4-EAF1-432E-AB16-AA9627F1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1454581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689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D5510A8-B179-4BBA-B240-61AA02FAD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750888"/>
            <a:ext cx="46863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611A65D4-BF53-61D3-CF4E-FFB57916B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04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9">
            <a:extLst>
              <a:ext uri="{FF2B5EF4-FFF2-40B4-BE49-F238E27FC236}">
                <a16:creationId xmlns:a16="http://schemas.microsoft.com/office/drawing/2014/main" id="{5714FDBB-C50A-4F9F-A96C-17853B9D3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937" t="5444" r="16938" b="15134"/>
          <a:stretch/>
        </p:blipFill>
        <p:spPr>
          <a:xfrm>
            <a:off x="6745917" y="663073"/>
            <a:ext cx="5425440" cy="6194927"/>
          </a:xfrm>
          <a:prstGeom prst="rect">
            <a:avLst/>
          </a:prstGeom>
        </p:spPr>
      </p:pic>
      <p:sp>
        <p:nvSpPr>
          <p:cNvPr id="10" name="Прямоугольник 2">
            <a:extLst>
              <a:ext uri="{FF2B5EF4-FFF2-40B4-BE49-F238E27FC236}">
                <a16:creationId xmlns:a16="http://schemas.microsoft.com/office/drawing/2014/main" id="{6E97C4FE-CB97-4C1E-B4C4-ECC5269A7C19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507CC24-3842-40FB-B371-67EEA4221B4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58C39BDE-C77D-4858-8A87-41B0EDAA5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2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ая фраз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F857E-104E-4CB8-9B97-DFEEBCDC77A5}"/>
              </a:ext>
            </a:extLst>
          </p:cNvPr>
          <p:cNvSpPr/>
          <p:nvPr userDrawn="1"/>
        </p:nvSpPr>
        <p:spPr>
          <a:xfrm>
            <a:off x="-1" y="1141753"/>
            <a:ext cx="7354754" cy="4574495"/>
          </a:xfrm>
          <a:custGeom>
            <a:avLst/>
            <a:gdLst>
              <a:gd name="connsiteX0" fmla="*/ 0 w 7354754"/>
              <a:gd name="connsiteY0" fmla="*/ 0 h 4574495"/>
              <a:gd name="connsiteX1" fmla="*/ 7354754 w 7354754"/>
              <a:gd name="connsiteY1" fmla="*/ 0 h 4574495"/>
              <a:gd name="connsiteX2" fmla="*/ 6256130 w 7354754"/>
              <a:gd name="connsiteY2" fmla="*/ 4574495 h 4574495"/>
              <a:gd name="connsiteX3" fmla="*/ 0 w 7354754"/>
              <a:gd name="connsiteY3" fmla="*/ 4574495 h 457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4754" h="4574495">
                <a:moveTo>
                  <a:pt x="0" y="0"/>
                </a:moveTo>
                <a:lnTo>
                  <a:pt x="7354754" y="0"/>
                </a:lnTo>
                <a:lnTo>
                  <a:pt x="6256130" y="4574495"/>
                </a:lnTo>
                <a:lnTo>
                  <a:pt x="0" y="457449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11" name="Рисунок 82">
            <a:extLst>
              <a:ext uri="{FF2B5EF4-FFF2-40B4-BE49-F238E27FC236}">
                <a16:creationId xmlns:a16="http://schemas.microsoft.com/office/drawing/2014/main" id="{C9CA1AE7-E8C7-4A85-8AFC-AD924F33D6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23520" b="35217"/>
          <a:stretch/>
        </p:blipFill>
        <p:spPr>
          <a:xfrm>
            <a:off x="3579971" y="2120900"/>
            <a:ext cx="3595042" cy="3721889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F586D425-74B3-4E43-B34F-117430617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75003"/>
            <a:ext cx="4889500" cy="1107996"/>
          </a:xfrm>
        </p:spPr>
        <p:txBody>
          <a:bodyPr anchor="ctr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 короткая фраза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067C3-07A2-49F7-98B6-8D64BBEE3E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361099"/>
            <a:ext cx="488950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6F56C-B103-47FC-8B84-4F5467FF7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168468"/>
            <a:ext cx="48895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5FB8F53C-50F9-EB51-34B1-9528590CB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1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роткая фраз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E061-5F58-422F-A512-9463E3277201}"/>
              </a:ext>
            </a:extLst>
          </p:cNvPr>
          <p:cNvSpPr/>
          <p:nvPr userDrawn="1"/>
        </p:nvSpPr>
        <p:spPr>
          <a:xfrm>
            <a:off x="-1" y="1141753"/>
            <a:ext cx="12192000" cy="457449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9C1733-F1DE-4FBF-8EA8-C8FEE7948AF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lum bright="70000" contrast="-70000"/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t="21702" r="8705" b="6617"/>
          <a:stretch/>
        </p:blipFill>
        <p:spPr>
          <a:xfrm>
            <a:off x="21716" y="1141753"/>
            <a:ext cx="12192000" cy="45744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cxnSp>
        <p:nvCxnSpPr>
          <p:cNvPr id="8" name="Прямая соединительная линия 5">
            <a:extLst>
              <a:ext uri="{FF2B5EF4-FFF2-40B4-BE49-F238E27FC236}">
                <a16:creationId xmlns:a16="http://schemas.microsoft.com/office/drawing/2014/main" id="{397FC5C2-F13C-4545-9772-EC697CBFC059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82">
            <a:extLst>
              <a:ext uri="{FF2B5EF4-FFF2-40B4-BE49-F238E27FC236}">
                <a16:creationId xmlns:a16="http://schemas.microsoft.com/office/drawing/2014/main" id="{69F71186-8403-4694-AD30-E0138038B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8278116" y="1664267"/>
            <a:ext cx="3913884" cy="40519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4A8AFAC-E4B3-4B1C-9D19-1914F6B0B6E4}"/>
              </a:ext>
            </a:extLst>
          </p:cNvPr>
          <p:cNvGrpSpPr/>
          <p:nvPr userDrawn="1"/>
        </p:nvGrpSpPr>
        <p:grpSpPr>
          <a:xfrm>
            <a:off x="-1" y="971550"/>
            <a:ext cx="12213717" cy="4914900"/>
            <a:chOff x="-1" y="958707"/>
            <a:chExt cx="12213717" cy="49149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A4ED0F-1C60-4B2D-8732-019F0A5B55E6}"/>
                </a:ext>
              </a:extLst>
            </p:cNvPr>
            <p:cNvCxnSpPr/>
            <p:nvPr userDrawn="1"/>
          </p:nvCxnSpPr>
          <p:spPr>
            <a:xfrm>
              <a:off x="-1" y="9587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3C465-EB69-451D-83EB-77C16C5C0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58736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Заголовок 6">
            <a:extLst>
              <a:ext uri="{FF2B5EF4-FFF2-40B4-BE49-F238E27FC236}">
                <a16:creationId xmlns:a16="http://schemas.microsoft.com/office/drawing/2014/main" id="{892C7CF8-ECA8-456D-8502-12A805011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3172183"/>
            <a:ext cx="8763000" cy="1107996"/>
          </a:xfrm>
        </p:spPr>
        <p:txBody>
          <a:bodyPr anchor="ctr"/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</a:t>
            </a:r>
            <a:br>
              <a:rPr lang="ru-RU" dirty="0"/>
            </a:br>
            <a:r>
              <a:rPr lang="ru-RU" dirty="0"/>
              <a:t>короткая фраза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CFAC486-CBF0-4911-B71D-B6454A7C1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43175" y="2658279"/>
            <a:ext cx="710565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2D4709-CFED-4B57-9602-F4092BAE5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175" y="4465648"/>
            <a:ext cx="710565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4294760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6234433" y="-2001"/>
            <a:ext cx="1295226" cy="30777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0000" dirty="0">
                <a:solidFill>
                  <a:schemeClr val="accent6"/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0000" dirty="0">
              <a:solidFill>
                <a:schemeClr val="accent6"/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1482343" y="614861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97000">
                <a:schemeClr val="accent1">
                  <a:alpha val="0"/>
                </a:schemeClr>
              </a:gs>
            </a:gsLst>
            <a:lin ang="27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00" y="907469"/>
            <a:ext cx="4535424" cy="5043062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7926" y="1756728"/>
            <a:ext cx="4337480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480" y="5102216"/>
            <a:ext cx="3598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480" y="5436324"/>
            <a:ext cx="359892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1" name="Рисунок 3">
            <a:extLst>
              <a:ext uri="{FF2B5EF4-FFF2-40B4-BE49-F238E27FC236}">
                <a16:creationId xmlns:a16="http://schemas.microsoft.com/office/drawing/2014/main" id="{0C65F076-2B5C-4572-8F11-5CFEDAB3143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763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561932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E5D02-CB2E-4153-A775-5875A722BA6A}"/>
              </a:ext>
            </a:extLst>
          </p:cNvPr>
          <p:cNvSpPr/>
          <p:nvPr userDrawn="1"/>
        </p:nvSpPr>
        <p:spPr>
          <a:xfrm>
            <a:off x="605554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538548" y="314325"/>
            <a:ext cx="1865895" cy="44319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8800" dirty="0">
                <a:solidFill>
                  <a:schemeClr val="accent6">
                    <a:alpha val="12000"/>
                  </a:schemeClr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8800" dirty="0">
              <a:solidFill>
                <a:schemeClr val="accent6">
                  <a:alpha val="12000"/>
                </a:schemeClr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6230" y="0"/>
            <a:ext cx="579577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754112"/>
            <a:ext cx="45134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678" y="5102216"/>
            <a:ext cx="450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78" y="5436324"/>
            <a:ext cx="4506265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2" name="Рисунок 3">
            <a:extLst>
              <a:ext uri="{FF2B5EF4-FFF2-40B4-BE49-F238E27FC236}">
                <a16:creationId xmlns:a16="http://schemas.microsoft.com/office/drawing/2014/main" id="{06E91662-02DB-453D-ADA6-2B93D0073FB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495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74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912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8137645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4243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12192001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8B135D9-385B-4767-9EDC-E2C1057E95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559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7074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7F340F0-E409-49B7-9AC5-F5257A7DCA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769331"/>
            <a:ext cx="12191997" cy="457590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3042500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480100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4502276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F0381E-3A97-48F7-BC89-D64B4BE07B0C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88B26EC-6BF9-41F6-A7D3-8CF19DC2F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D0163608-F7E2-A980-9880-7A57923043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296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102867B-B32D-4068-9090-AA25172017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9C6092AB-7C88-4686-FD79-577DFC5D5B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293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фотографией на прозрачном фон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3226252"/>
            <a:ext cx="5646399" cy="101566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2719750"/>
            <a:ext cx="5646399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50BB05-5048-49ED-8299-2B4E13DC7B05}"/>
              </a:ext>
            </a:extLst>
          </p:cNvPr>
          <p:cNvSpPr/>
          <p:nvPr userDrawn="1"/>
        </p:nvSpPr>
        <p:spPr>
          <a:xfrm>
            <a:off x="6854701" y="0"/>
            <a:ext cx="4953000" cy="6858000"/>
          </a:xfrm>
          <a:prstGeom prst="parallelogram">
            <a:avLst>
              <a:gd name="adj" fmla="val 33016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893646B-1B1A-4AF3-96AC-431E4DC9FC8C}"/>
              </a:ext>
            </a:extLst>
          </p:cNvPr>
          <p:cNvSpPr/>
          <p:nvPr userDrawn="1"/>
        </p:nvSpPr>
        <p:spPr>
          <a:xfrm rot="10800000">
            <a:off x="6679888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4B0E331-9DE8-4CDE-8EC8-AE3BDF142FB1}"/>
              </a:ext>
            </a:extLst>
          </p:cNvPr>
          <p:cNvSpPr/>
          <p:nvPr userDrawn="1"/>
        </p:nvSpPr>
        <p:spPr>
          <a:xfrm rot="10800000">
            <a:off x="9436100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6D9F0BC-F3EF-40D6-ACE3-04CB7CE323AC}"/>
              </a:ext>
            </a:extLst>
          </p:cNvPr>
          <p:cNvSpPr/>
          <p:nvPr userDrawn="1"/>
        </p:nvSpPr>
        <p:spPr>
          <a:xfrm rot="10800000">
            <a:off x="9795973" y="0"/>
            <a:ext cx="2371601" cy="4253049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75C1BAA-F52A-4AC4-B31E-9E2FE68196FB}"/>
              </a:ext>
            </a:extLst>
          </p:cNvPr>
          <p:cNvSpPr/>
          <p:nvPr userDrawn="1"/>
        </p:nvSpPr>
        <p:spPr>
          <a:xfrm>
            <a:off x="9839803" y="2604951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70B1A3-E8AD-4745-B504-CF22EE6FB2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231566"/>
            <a:ext cx="5646399" cy="578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4800"/>
              </a:lnSpc>
              <a:buNone/>
              <a:defRPr lang="en-US" sz="360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В две или три строки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FE6F6F-2C5A-4EBD-94D9-A848AD5BB7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8FB3386-438F-4586-9B4C-D202D909F4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137" y="495215"/>
            <a:ext cx="1558275" cy="47702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73D3B3-185C-4E02-A8C5-6D74EDB79CC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692E7B5-CBAA-4BBB-BA61-568AED13E8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875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682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CE01FE9-9E94-4FEA-85AF-35135FE435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07AF905-B7C7-4149-AB01-2B5A4925C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90391"/>
            <a:ext cx="5646399" cy="1077218"/>
          </a:xfrm>
        </p:spPr>
        <p:txBody>
          <a:bodyPr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lang="ru-RU" sz="40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0D6C9-B406-4BBA-9EC3-81D39D75412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8095ACB-A51F-423F-A34B-6C92BAB7CF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4447B4EE-464A-8A55-8119-E7D7C33B9A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017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all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F24B24-D372-41BC-886E-53AEC3CA42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E1984C41-65E7-9AB9-5DB8-4F1FBF2F2B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68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A5A99AF-1A26-417A-B2F3-33A15DF518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932B2970-EACE-6416-2FF6-47204A556D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4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 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40A111E-33E1-44D3-8428-8D9283B233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CFDCE0-2466-4487-9C1B-CE8ABA894EAF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94EE294-1963-41DE-8495-BB193D103F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42C13126-6922-8D4D-EDBC-28473C253B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227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2587669"/>
            <a:ext cx="5646399" cy="61555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22" descr="A picture containing table&#10;&#10;Description automatically generated">
            <a:extLst>
              <a:ext uri="{FF2B5EF4-FFF2-40B4-BE49-F238E27FC236}">
                <a16:creationId xmlns:a16="http://schemas.microsoft.com/office/drawing/2014/main" id="{8B25C531-708C-4945-8B83-E756EE6ED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753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914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ru-RU" dirty="0"/>
              <a:t>Вторая строчка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076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35727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73110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534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149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205485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1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654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2929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D68CF29-070B-4282-BF53-C3A10620C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30413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31304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6" name="Picture 16" descr="A screenshot of a flat screen television&#10;&#10;Description automatically generated">
            <a:extLst>
              <a:ext uri="{FF2B5EF4-FFF2-40B4-BE49-F238E27FC236}">
                <a16:creationId xmlns:a16="http://schemas.microsoft.com/office/drawing/2014/main" id="{468BE97C-7BE9-4254-ADB9-BBADE1E30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111" y="1179094"/>
            <a:ext cx="9550185" cy="5639383"/>
          </a:xfrm>
          <a:prstGeom prst="rect">
            <a:avLst/>
          </a:prstGeom>
        </p:spPr>
      </p:pic>
      <p:sp>
        <p:nvSpPr>
          <p:cNvPr id="8" name="Рисунок 3">
            <a:extLst>
              <a:ext uri="{FF2B5EF4-FFF2-40B4-BE49-F238E27FC236}">
                <a16:creationId xmlns:a16="http://schemas.microsoft.com/office/drawing/2014/main" id="{D4E40A85-C800-414C-BEE1-B578D5514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4913" y="1516856"/>
            <a:ext cx="6238875" cy="381952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389292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22">
            <a:extLst>
              <a:ext uri="{FF2B5EF4-FFF2-40B4-BE49-F238E27FC236}">
                <a16:creationId xmlns:a16="http://schemas.microsoft.com/office/drawing/2014/main" id="{C784C029-6C93-413D-8699-4362434FD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</a:blip>
          <a:srcRect l="34033" t="15463" r="28889" b="14498"/>
          <a:stretch/>
        </p:blipFill>
        <p:spPr>
          <a:xfrm>
            <a:off x="8442477" y="1060171"/>
            <a:ext cx="2918577" cy="5513074"/>
          </a:xfrm>
          <a:prstGeom prst="rect">
            <a:avLst/>
          </a:prstGeom>
          <a:noFill/>
          <a:ln>
            <a:noFill/>
          </a:ln>
          <a:effectLst>
            <a:outerShdw blurRad="342900" dist="114300" dir="2700000" algn="tl" rotWithShape="0">
              <a:srgbClr val="000000">
                <a:alpha val="30980"/>
              </a:srgbClr>
            </a:outerShdw>
          </a:effectLst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D48C7C90-CD98-4D00-8F58-3DFE15D1F7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20589" y="1435154"/>
            <a:ext cx="2200456" cy="4779909"/>
          </a:xfrm>
          <a:custGeom>
            <a:avLst/>
            <a:gdLst>
              <a:gd name="connsiteX0" fmla="*/ 394614 w 1920529"/>
              <a:gd name="connsiteY0" fmla="*/ 295 h 4171841"/>
              <a:gd name="connsiteX1" fmla="*/ 433387 w 1920529"/>
              <a:gd name="connsiteY1" fmla="*/ 32559 h 4171841"/>
              <a:gd name="connsiteX2" fmla="*/ 439896 w 1920529"/>
              <a:gd name="connsiteY2" fmla="*/ 66237 h 4171841"/>
              <a:gd name="connsiteX3" fmla="*/ 496498 w 1920529"/>
              <a:gd name="connsiteY3" fmla="*/ 136991 h 4171841"/>
              <a:gd name="connsiteX4" fmla="*/ 622911 w 1920529"/>
              <a:gd name="connsiteY4" fmla="*/ 165009 h 4171841"/>
              <a:gd name="connsiteX5" fmla="*/ 1301480 w 1920529"/>
              <a:gd name="connsiteY5" fmla="*/ 165009 h 4171841"/>
              <a:gd name="connsiteX6" fmla="*/ 1413082 w 1920529"/>
              <a:gd name="connsiteY6" fmla="*/ 142934 h 4171841"/>
              <a:gd name="connsiteX7" fmla="*/ 1487325 w 1920529"/>
              <a:gd name="connsiteY7" fmla="*/ 46427 h 4171841"/>
              <a:gd name="connsiteX8" fmla="*/ 1541191 w 1920529"/>
              <a:gd name="connsiteY8" fmla="*/ 295 h 4171841"/>
              <a:gd name="connsiteX9" fmla="*/ 1690244 w 1920529"/>
              <a:gd name="connsiteY9" fmla="*/ 484 h 4171841"/>
              <a:gd name="connsiteX10" fmla="*/ 1809864 w 1920529"/>
              <a:gd name="connsiteY10" fmla="*/ 27182 h 4171841"/>
              <a:gd name="connsiteX11" fmla="*/ 1912599 w 1920529"/>
              <a:gd name="connsiteY11" fmla="*/ 180480 h 4171841"/>
              <a:gd name="connsiteX12" fmla="*/ 1920145 w 1920529"/>
              <a:gd name="connsiteY12" fmla="*/ 329062 h 4171841"/>
              <a:gd name="connsiteX13" fmla="*/ 1920428 w 1920529"/>
              <a:gd name="connsiteY13" fmla="*/ 2963247 h 4171841"/>
              <a:gd name="connsiteX14" fmla="*/ 1920334 w 1920529"/>
              <a:gd name="connsiteY14" fmla="*/ 3268147 h 4171841"/>
              <a:gd name="connsiteX15" fmla="*/ 1917409 w 1920529"/>
              <a:gd name="connsiteY15" fmla="*/ 3893887 h 4171841"/>
              <a:gd name="connsiteX16" fmla="*/ 1912881 w 1920529"/>
              <a:gd name="connsiteY16" fmla="*/ 4001431 h 4171841"/>
              <a:gd name="connsiteX17" fmla="*/ 1766092 w 1920529"/>
              <a:gd name="connsiteY17" fmla="*/ 4161993 h 4171841"/>
              <a:gd name="connsiteX18" fmla="*/ 1675246 w 1920529"/>
              <a:gd name="connsiteY18" fmla="*/ 4171427 h 4171841"/>
              <a:gd name="connsiteX19" fmla="*/ 246976 w 1920529"/>
              <a:gd name="connsiteY19" fmla="*/ 4171616 h 4171841"/>
              <a:gd name="connsiteX20" fmla="*/ 125186 w 1920529"/>
              <a:gd name="connsiteY20" fmla="*/ 4153787 h 4171841"/>
              <a:gd name="connsiteX21" fmla="*/ 43867 w 1920529"/>
              <a:gd name="connsiteY21" fmla="*/ 4090297 h 4171841"/>
              <a:gd name="connsiteX22" fmla="*/ 6604 w 1920529"/>
              <a:gd name="connsiteY22" fmla="*/ 3969451 h 4171841"/>
              <a:gd name="connsiteX23" fmla="*/ 0 w 1920529"/>
              <a:gd name="connsiteY23" fmla="*/ 2066664 h 4171841"/>
              <a:gd name="connsiteX24" fmla="*/ 2170 w 1920529"/>
              <a:gd name="connsiteY24" fmla="*/ 2066664 h 4171841"/>
              <a:gd name="connsiteX25" fmla="*/ 2548 w 1920529"/>
              <a:gd name="connsiteY25" fmla="*/ 303685 h 4171841"/>
              <a:gd name="connsiteX26" fmla="*/ 11321 w 1920529"/>
              <a:gd name="connsiteY26" fmla="*/ 171330 h 4171841"/>
              <a:gd name="connsiteX27" fmla="*/ 181695 w 1920529"/>
              <a:gd name="connsiteY27" fmla="*/ 5107 h 4171841"/>
              <a:gd name="connsiteX28" fmla="*/ 252447 w 1920529"/>
              <a:gd name="connsiteY28" fmla="*/ 484 h 4171841"/>
              <a:gd name="connsiteX29" fmla="*/ 394614 w 1920529"/>
              <a:gd name="connsiteY29" fmla="*/ 295 h 417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20529" h="4171841">
                <a:moveTo>
                  <a:pt x="394614" y="295"/>
                </a:moveTo>
                <a:cubicBezTo>
                  <a:pt x="420934" y="484"/>
                  <a:pt x="428009" y="6805"/>
                  <a:pt x="433387" y="32559"/>
                </a:cubicBezTo>
                <a:cubicBezTo>
                  <a:pt x="435651" y="43786"/>
                  <a:pt x="437538" y="55106"/>
                  <a:pt x="439896" y="66237"/>
                </a:cubicBezTo>
                <a:cubicBezTo>
                  <a:pt x="446972" y="99161"/>
                  <a:pt x="466688" y="121897"/>
                  <a:pt x="496498" y="136991"/>
                </a:cubicBezTo>
                <a:cubicBezTo>
                  <a:pt x="536308" y="157085"/>
                  <a:pt x="579044" y="164820"/>
                  <a:pt x="622911" y="165009"/>
                </a:cubicBezTo>
                <a:cubicBezTo>
                  <a:pt x="849132" y="165574"/>
                  <a:pt x="1075353" y="165480"/>
                  <a:pt x="1301480" y="165009"/>
                </a:cubicBezTo>
                <a:cubicBezTo>
                  <a:pt x="1339782" y="164915"/>
                  <a:pt x="1377233" y="158027"/>
                  <a:pt x="1413082" y="142934"/>
                </a:cubicBezTo>
                <a:cubicBezTo>
                  <a:pt x="1456571" y="124633"/>
                  <a:pt x="1480627" y="92841"/>
                  <a:pt x="1487325" y="46427"/>
                </a:cubicBezTo>
                <a:cubicBezTo>
                  <a:pt x="1493740" y="1994"/>
                  <a:pt x="1496382" y="295"/>
                  <a:pt x="1541191" y="295"/>
                </a:cubicBezTo>
                <a:cubicBezTo>
                  <a:pt x="1590907" y="295"/>
                  <a:pt x="1640529" y="-82"/>
                  <a:pt x="1690244" y="484"/>
                </a:cubicBezTo>
                <a:cubicBezTo>
                  <a:pt x="1731848" y="956"/>
                  <a:pt x="1772696" y="6994"/>
                  <a:pt x="1809864" y="27182"/>
                </a:cubicBezTo>
                <a:cubicBezTo>
                  <a:pt x="1870713" y="60200"/>
                  <a:pt x="1905711" y="111991"/>
                  <a:pt x="1912599" y="180480"/>
                </a:cubicBezTo>
                <a:cubicBezTo>
                  <a:pt x="1917598" y="229724"/>
                  <a:pt x="1920145" y="279534"/>
                  <a:pt x="1920145" y="329062"/>
                </a:cubicBezTo>
                <a:cubicBezTo>
                  <a:pt x="1920523" y="1207155"/>
                  <a:pt x="1920428" y="2085155"/>
                  <a:pt x="1920428" y="2963247"/>
                </a:cubicBezTo>
                <a:cubicBezTo>
                  <a:pt x="1920428" y="3064849"/>
                  <a:pt x="1920711" y="3166544"/>
                  <a:pt x="1920334" y="3268147"/>
                </a:cubicBezTo>
                <a:cubicBezTo>
                  <a:pt x="1919579" y="3476726"/>
                  <a:pt x="1918730" y="3685306"/>
                  <a:pt x="1917409" y="3893887"/>
                </a:cubicBezTo>
                <a:cubicBezTo>
                  <a:pt x="1917221" y="3929735"/>
                  <a:pt x="1915334" y="3965677"/>
                  <a:pt x="1912881" y="4001431"/>
                </a:cubicBezTo>
                <a:cubicBezTo>
                  <a:pt x="1907410" y="4080204"/>
                  <a:pt x="1847789" y="4146145"/>
                  <a:pt x="1766092" y="4161993"/>
                </a:cubicBezTo>
                <a:cubicBezTo>
                  <a:pt x="1736281" y="4167749"/>
                  <a:pt x="1705528" y="4171333"/>
                  <a:pt x="1675246" y="4171427"/>
                </a:cubicBezTo>
                <a:cubicBezTo>
                  <a:pt x="1199124" y="4171994"/>
                  <a:pt x="723097" y="4171900"/>
                  <a:pt x="246976" y="4171616"/>
                </a:cubicBezTo>
                <a:cubicBezTo>
                  <a:pt x="205750" y="4171616"/>
                  <a:pt x="164808" y="4166805"/>
                  <a:pt x="125186" y="4153787"/>
                </a:cubicBezTo>
                <a:cubicBezTo>
                  <a:pt x="90281" y="4142371"/>
                  <a:pt x="63207" y="4121335"/>
                  <a:pt x="43867" y="4090297"/>
                </a:cubicBezTo>
                <a:cubicBezTo>
                  <a:pt x="20849" y="4053317"/>
                  <a:pt x="6698" y="4013978"/>
                  <a:pt x="6604" y="3969451"/>
                </a:cubicBezTo>
                <a:cubicBezTo>
                  <a:pt x="4623" y="3335126"/>
                  <a:pt x="2264" y="2700895"/>
                  <a:pt x="0" y="2066664"/>
                </a:cubicBezTo>
                <a:cubicBezTo>
                  <a:pt x="755" y="2066664"/>
                  <a:pt x="1510" y="2066664"/>
                  <a:pt x="2170" y="2066664"/>
                </a:cubicBezTo>
                <a:cubicBezTo>
                  <a:pt x="2170" y="1479036"/>
                  <a:pt x="1981" y="891314"/>
                  <a:pt x="2548" y="303685"/>
                </a:cubicBezTo>
                <a:cubicBezTo>
                  <a:pt x="2548" y="259535"/>
                  <a:pt x="5944" y="215102"/>
                  <a:pt x="11321" y="171330"/>
                </a:cubicBezTo>
                <a:cubicBezTo>
                  <a:pt x="23679" y="71710"/>
                  <a:pt x="102829" y="15107"/>
                  <a:pt x="181695" y="5107"/>
                </a:cubicBezTo>
                <a:cubicBezTo>
                  <a:pt x="205090" y="2182"/>
                  <a:pt x="228863" y="768"/>
                  <a:pt x="252447" y="484"/>
                </a:cubicBezTo>
                <a:cubicBezTo>
                  <a:pt x="299805" y="-270"/>
                  <a:pt x="347256" y="13"/>
                  <a:pt x="394614" y="295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71465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95D247D2-83AF-4DB7-BBBE-5F11EF9958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5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Рисунок 10">
            <a:extLst>
              <a:ext uri="{FF2B5EF4-FFF2-40B4-BE49-F238E27FC236}">
                <a16:creationId xmlns:a16="http://schemas.microsoft.com/office/drawing/2014/main" id="{F6C1A6F8-E482-4CD3-B793-FB37F40D25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3550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2" name="Рисунок 10">
            <a:extLst>
              <a:ext uri="{FF2B5EF4-FFF2-40B4-BE49-F238E27FC236}">
                <a16:creationId xmlns:a16="http://schemas.microsoft.com/office/drawing/2014/main" id="{14172962-67DB-49D3-B3D9-994E0D2458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8206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3" name="Рисунок 10">
            <a:extLst>
              <a:ext uri="{FF2B5EF4-FFF2-40B4-BE49-F238E27FC236}">
                <a16:creationId xmlns:a16="http://schemas.microsoft.com/office/drawing/2014/main" id="{ABC80502-55AA-425A-A0D5-5AB24ACACD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91275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4" name="Рисунок 10">
            <a:extLst>
              <a:ext uri="{FF2B5EF4-FFF2-40B4-BE49-F238E27FC236}">
                <a16:creationId xmlns:a16="http://schemas.microsoft.com/office/drawing/2014/main" id="{B4385FE8-FF45-4D1A-A3A6-BD013E519AC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83550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5" name="Рисунок 10">
            <a:extLst>
              <a:ext uri="{FF2B5EF4-FFF2-40B4-BE49-F238E27FC236}">
                <a16:creationId xmlns:a16="http://schemas.microsoft.com/office/drawing/2014/main" id="{2C5D671B-ADA7-4ED6-BFE9-E07133738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78206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6" name="Рисунок 10">
            <a:extLst>
              <a:ext uri="{FF2B5EF4-FFF2-40B4-BE49-F238E27FC236}">
                <a16:creationId xmlns:a16="http://schemas.microsoft.com/office/drawing/2014/main" id="{BA0C9B24-D7DB-47FE-AC55-D65EF4D832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1275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B08A2850-6739-4559-B58D-9D7A351CE6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83550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8" name="Рисунок 10">
            <a:extLst>
              <a:ext uri="{FF2B5EF4-FFF2-40B4-BE49-F238E27FC236}">
                <a16:creationId xmlns:a16="http://schemas.microsoft.com/office/drawing/2014/main" id="{0D21383A-808B-4C97-9A6F-83EE82AF228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78206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287740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E9E0BF2-5738-4018-ABD3-24A059B08F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6" y="2134253"/>
            <a:ext cx="5029697" cy="2872836"/>
          </a:xfrm>
          <a:custGeom>
            <a:avLst/>
            <a:gdLst>
              <a:gd name="connsiteX0" fmla="*/ 3386931 w 5029697"/>
              <a:gd name="connsiteY0" fmla="*/ 1950245 h 2872836"/>
              <a:gd name="connsiteX1" fmla="*/ 5029697 w 5029697"/>
              <a:gd name="connsiteY1" fmla="*/ 1950245 h 2872836"/>
              <a:gd name="connsiteX2" fmla="*/ 5029697 w 5029697"/>
              <a:gd name="connsiteY2" fmla="*/ 2872836 h 2872836"/>
              <a:gd name="connsiteX3" fmla="*/ 3386931 w 5029697"/>
              <a:gd name="connsiteY3" fmla="*/ 2872836 h 2872836"/>
              <a:gd name="connsiteX4" fmla="*/ 1692275 w 5029697"/>
              <a:gd name="connsiteY4" fmla="*/ 1950245 h 2872836"/>
              <a:gd name="connsiteX5" fmla="*/ 3335041 w 5029697"/>
              <a:gd name="connsiteY5" fmla="*/ 1950245 h 2872836"/>
              <a:gd name="connsiteX6" fmla="*/ 3335041 w 5029697"/>
              <a:gd name="connsiteY6" fmla="*/ 2872836 h 2872836"/>
              <a:gd name="connsiteX7" fmla="*/ 1692275 w 5029697"/>
              <a:gd name="connsiteY7" fmla="*/ 2872836 h 2872836"/>
              <a:gd name="connsiteX8" fmla="*/ 0 w 5029697"/>
              <a:gd name="connsiteY8" fmla="*/ 1950245 h 2872836"/>
              <a:gd name="connsiteX9" fmla="*/ 1642766 w 5029697"/>
              <a:gd name="connsiteY9" fmla="*/ 1950245 h 2872836"/>
              <a:gd name="connsiteX10" fmla="*/ 1642766 w 5029697"/>
              <a:gd name="connsiteY10" fmla="*/ 2872836 h 2872836"/>
              <a:gd name="connsiteX11" fmla="*/ 0 w 5029697"/>
              <a:gd name="connsiteY11" fmla="*/ 2872836 h 2872836"/>
              <a:gd name="connsiteX12" fmla="*/ 3386931 w 5029697"/>
              <a:gd name="connsiteY12" fmla="*/ 971551 h 2872836"/>
              <a:gd name="connsiteX13" fmla="*/ 5029697 w 5029697"/>
              <a:gd name="connsiteY13" fmla="*/ 971551 h 2872836"/>
              <a:gd name="connsiteX14" fmla="*/ 5029697 w 5029697"/>
              <a:gd name="connsiteY14" fmla="*/ 1894142 h 2872836"/>
              <a:gd name="connsiteX15" fmla="*/ 3386931 w 5029697"/>
              <a:gd name="connsiteY15" fmla="*/ 1894142 h 2872836"/>
              <a:gd name="connsiteX16" fmla="*/ 1692275 w 5029697"/>
              <a:gd name="connsiteY16" fmla="*/ 971551 h 2872836"/>
              <a:gd name="connsiteX17" fmla="*/ 3335041 w 5029697"/>
              <a:gd name="connsiteY17" fmla="*/ 971551 h 2872836"/>
              <a:gd name="connsiteX18" fmla="*/ 3335041 w 5029697"/>
              <a:gd name="connsiteY18" fmla="*/ 1894142 h 2872836"/>
              <a:gd name="connsiteX19" fmla="*/ 1692275 w 5029697"/>
              <a:gd name="connsiteY19" fmla="*/ 1894142 h 2872836"/>
              <a:gd name="connsiteX20" fmla="*/ 0 w 5029697"/>
              <a:gd name="connsiteY20" fmla="*/ 971551 h 2872836"/>
              <a:gd name="connsiteX21" fmla="*/ 1642766 w 5029697"/>
              <a:gd name="connsiteY21" fmla="*/ 971551 h 2872836"/>
              <a:gd name="connsiteX22" fmla="*/ 1642766 w 5029697"/>
              <a:gd name="connsiteY22" fmla="*/ 1894142 h 2872836"/>
              <a:gd name="connsiteX23" fmla="*/ 0 w 5029697"/>
              <a:gd name="connsiteY23" fmla="*/ 1894142 h 2872836"/>
              <a:gd name="connsiteX24" fmla="*/ 3386931 w 5029697"/>
              <a:gd name="connsiteY24" fmla="*/ 0 h 2872836"/>
              <a:gd name="connsiteX25" fmla="*/ 5029697 w 5029697"/>
              <a:gd name="connsiteY25" fmla="*/ 0 h 2872836"/>
              <a:gd name="connsiteX26" fmla="*/ 5029697 w 5029697"/>
              <a:gd name="connsiteY26" fmla="*/ 922591 h 2872836"/>
              <a:gd name="connsiteX27" fmla="*/ 3386931 w 5029697"/>
              <a:gd name="connsiteY27" fmla="*/ 922591 h 2872836"/>
              <a:gd name="connsiteX28" fmla="*/ 1692275 w 5029697"/>
              <a:gd name="connsiteY28" fmla="*/ 0 h 2872836"/>
              <a:gd name="connsiteX29" fmla="*/ 3335041 w 5029697"/>
              <a:gd name="connsiteY29" fmla="*/ 0 h 2872836"/>
              <a:gd name="connsiteX30" fmla="*/ 3335041 w 5029697"/>
              <a:gd name="connsiteY30" fmla="*/ 922591 h 2872836"/>
              <a:gd name="connsiteX31" fmla="*/ 1692275 w 5029697"/>
              <a:gd name="connsiteY31" fmla="*/ 922591 h 2872836"/>
              <a:gd name="connsiteX32" fmla="*/ 0 w 5029697"/>
              <a:gd name="connsiteY32" fmla="*/ 0 h 2872836"/>
              <a:gd name="connsiteX33" fmla="*/ 1642766 w 5029697"/>
              <a:gd name="connsiteY33" fmla="*/ 0 h 2872836"/>
              <a:gd name="connsiteX34" fmla="*/ 1642766 w 5029697"/>
              <a:gd name="connsiteY34" fmla="*/ 922591 h 2872836"/>
              <a:gd name="connsiteX35" fmla="*/ 0 w 5029697"/>
              <a:gd name="connsiteY35" fmla="*/ 922591 h 287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029697" h="2872836">
                <a:moveTo>
                  <a:pt x="3386931" y="1950245"/>
                </a:moveTo>
                <a:lnTo>
                  <a:pt x="5029697" y="1950245"/>
                </a:lnTo>
                <a:lnTo>
                  <a:pt x="5029697" y="2872836"/>
                </a:lnTo>
                <a:lnTo>
                  <a:pt x="3386931" y="2872836"/>
                </a:lnTo>
                <a:close/>
                <a:moveTo>
                  <a:pt x="1692275" y="1950245"/>
                </a:moveTo>
                <a:lnTo>
                  <a:pt x="3335041" y="1950245"/>
                </a:lnTo>
                <a:lnTo>
                  <a:pt x="3335041" y="2872836"/>
                </a:lnTo>
                <a:lnTo>
                  <a:pt x="1692275" y="2872836"/>
                </a:lnTo>
                <a:close/>
                <a:moveTo>
                  <a:pt x="0" y="1950245"/>
                </a:moveTo>
                <a:lnTo>
                  <a:pt x="1642766" y="1950245"/>
                </a:lnTo>
                <a:lnTo>
                  <a:pt x="1642766" y="2872836"/>
                </a:lnTo>
                <a:lnTo>
                  <a:pt x="0" y="2872836"/>
                </a:lnTo>
                <a:close/>
                <a:moveTo>
                  <a:pt x="3386931" y="971551"/>
                </a:moveTo>
                <a:lnTo>
                  <a:pt x="5029697" y="971551"/>
                </a:lnTo>
                <a:lnTo>
                  <a:pt x="5029697" y="1894142"/>
                </a:lnTo>
                <a:lnTo>
                  <a:pt x="3386931" y="1894142"/>
                </a:lnTo>
                <a:close/>
                <a:moveTo>
                  <a:pt x="1692275" y="971551"/>
                </a:moveTo>
                <a:lnTo>
                  <a:pt x="3335041" y="971551"/>
                </a:lnTo>
                <a:lnTo>
                  <a:pt x="3335041" y="1894142"/>
                </a:lnTo>
                <a:lnTo>
                  <a:pt x="1692275" y="1894142"/>
                </a:lnTo>
                <a:close/>
                <a:moveTo>
                  <a:pt x="0" y="971551"/>
                </a:moveTo>
                <a:lnTo>
                  <a:pt x="1642766" y="971551"/>
                </a:lnTo>
                <a:lnTo>
                  <a:pt x="1642766" y="1894142"/>
                </a:lnTo>
                <a:lnTo>
                  <a:pt x="0" y="1894142"/>
                </a:lnTo>
                <a:close/>
                <a:moveTo>
                  <a:pt x="3386931" y="0"/>
                </a:moveTo>
                <a:lnTo>
                  <a:pt x="5029697" y="0"/>
                </a:lnTo>
                <a:lnTo>
                  <a:pt x="5029697" y="922591"/>
                </a:lnTo>
                <a:lnTo>
                  <a:pt x="3386931" y="922591"/>
                </a:lnTo>
                <a:close/>
                <a:moveTo>
                  <a:pt x="1692275" y="0"/>
                </a:moveTo>
                <a:lnTo>
                  <a:pt x="3335041" y="0"/>
                </a:lnTo>
                <a:lnTo>
                  <a:pt x="3335041" y="922591"/>
                </a:lnTo>
                <a:lnTo>
                  <a:pt x="1692275" y="922591"/>
                </a:lnTo>
                <a:close/>
                <a:moveTo>
                  <a:pt x="0" y="0"/>
                </a:moveTo>
                <a:lnTo>
                  <a:pt x="1642766" y="0"/>
                </a:lnTo>
                <a:lnTo>
                  <a:pt x="1642766" y="922591"/>
                </a:lnTo>
                <a:lnTo>
                  <a:pt x="0" y="922591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115092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F6637E-FA25-4ED5-9B39-BB5355F46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92663"/>
            <a:ext cx="5003800" cy="4304219"/>
          </a:xfrm>
          <a:custGeom>
            <a:avLst/>
            <a:gdLst>
              <a:gd name="connsiteX0" fmla="*/ 0 w 5003800"/>
              <a:gd name="connsiteY0" fmla="*/ 0 h 4304219"/>
              <a:gd name="connsiteX1" fmla="*/ 4945478 w 5003800"/>
              <a:gd name="connsiteY1" fmla="*/ 0 h 4304219"/>
              <a:gd name="connsiteX2" fmla="*/ 5003800 w 5003800"/>
              <a:gd name="connsiteY2" fmla="*/ 58322 h 4304219"/>
              <a:gd name="connsiteX3" fmla="*/ 5003800 w 5003800"/>
              <a:gd name="connsiteY3" fmla="*/ 4245897 h 4304219"/>
              <a:gd name="connsiteX4" fmla="*/ 4945478 w 5003800"/>
              <a:gd name="connsiteY4" fmla="*/ 4304219 h 4304219"/>
              <a:gd name="connsiteX5" fmla="*/ 0 w 5003800"/>
              <a:gd name="connsiteY5" fmla="*/ 4304219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3800" h="4304219">
                <a:moveTo>
                  <a:pt x="0" y="0"/>
                </a:moveTo>
                <a:lnTo>
                  <a:pt x="4945478" y="0"/>
                </a:lnTo>
                <a:cubicBezTo>
                  <a:pt x="4977688" y="0"/>
                  <a:pt x="5003800" y="26112"/>
                  <a:pt x="5003800" y="58322"/>
                </a:cubicBezTo>
                <a:lnTo>
                  <a:pt x="5003800" y="4245897"/>
                </a:lnTo>
                <a:cubicBezTo>
                  <a:pt x="5003800" y="4278107"/>
                  <a:pt x="4977688" y="4304219"/>
                  <a:pt x="4945478" y="4304219"/>
                </a:cubicBezTo>
                <a:lnTo>
                  <a:pt x="0" y="4304219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473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045974-98BC-4F9A-898B-5BB22DDB34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4988" y="1292662"/>
            <a:ext cx="5001012" cy="4304219"/>
          </a:xfrm>
          <a:custGeom>
            <a:avLst/>
            <a:gdLst>
              <a:gd name="connsiteX0" fmla="*/ 58322 w 5001012"/>
              <a:gd name="connsiteY0" fmla="*/ 0 h 4304219"/>
              <a:gd name="connsiteX1" fmla="*/ 5001012 w 5001012"/>
              <a:gd name="connsiteY1" fmla="*/ 0 h 4304219"/>
              <a:gd name="connsiteX2" fmla="*/ 5001012 w 5001012"/>
              <a:gd name="connsiteY2" fmla="*/ 1 h 4304219"/>
              <a:gd name="connsiteX3" fmla="*/ 5001012 w 5001012"/>
              <a:gd name="connsiteY3" fmla="*/ 4304219 h 4304219"/>
              <a:gd name="connsiteX4" fmla="*/ 58322 w 5001012"/>
              <a:gd name="connsiteY4" fmla="*/ 4304219 h 4304219"/>
              <a:gd name="connsiteX5" fmla="*/ 0 w 5001012"/>
              <a:gd name="connsiteY5" fmla="*/ 4245897 h 4304219"/>
              <a:gd name="connsiteX6" fmla="*/ 0 w 5001012"/>
              <a:gd name="connsiteY6" fmla="*/ 58322 h 4304219"/>
              <a:gd name="connsiteX7" fmla="*/ 58322 w 5001012"/>
              <a:gd name="connsiteY7" fmla="*/ 0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012" h="4304219">
                <a:moveTo>
                  <a:pt x="58322" y="0"/>
                </a:moveTo>
                <a:lnTo>
                  <a:pt x="5001012" y="0"/>
                </a:lnTo>
                <a:lnTo>
                  <a:pt x="5001012" y="1"/>
                </a:lnTo>
                <a:lnTo>
                  <a:pt x="5001012" y="4304219"/>
                </a:lnTo>
                <a:lnTo>
                  <a:pt x="58322" y="4304219"/>
                </a:lnTo>
                <a:cubicBezTo>
                  <a:pt x="26112" y="4304219"/>
                  <a:pt x="0" y="4278107"/>
                  <a:pt x="0" y="4245897"/>
                </a:cubicBezTo>
                <a:lnTo>
                  <a:pt x="0" y="58322"/>
                </a:lnTo>
                <a:cubicBezTo>
                  <a:pt x="0" y="26112"/>
                  <a:pt x="26112" y="0"/>
                  <a:pt x="58322" y="0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098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063BE5-C071-41FD-B46E-66E593A01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2201" y="1292662"/>
            <a:ext cx="10007600" cy="4333523"/>
          </a:xfrm>
          <a:prstGeom prst="roundRect">
            <a:avLst>
              <a:gd name="adj" fmla="val 1281"/>
            </a:avLst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8532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59C2CC-921F-4753-9DC7-FC2BE6957830}"/>
              </a:ext>
            </a:extLst>
          </p:cNvPr>
          <p:cNvGrpSpPr/>
          <p:nvPr userDrawn="1"/>
        </p:nvGrpSpPr>
        <p:grpSpPr>
          <a:xfrm>
            <a:off x="5024978" y="3109229"/>
            <a:ext cx="2418064" cy="3748771"/>
            <a:chOff x="5024978" y="3109229"/>
            <a:chExt cx="2418064" cy="374877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1CEA0B8-7D76-4D8C-8A78-FA3F5117AD1A}"/>
                </a:ext>
              </a:extLst>
            </p:cNvPr>
            <p:cNvSpPr/>
            <p:nvPr/>
          </p:nvSpPr>
          <p:spPr>
            <a:xfrm>
              <a:off x="5352638" y="3109229"/>
              <a:ext cx="2090404" cy="3748771"/>
            </a:xfrm>
            <a:prstGeom prst="parallelogram">
              <a:avLst>
                <a:gd name="adj" fmla="val 42841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8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BF0B4BB-2F79-45A7-BD1C-2AB0ACFF25C0}"/>
                </a:ext>
              </a:extLst>
            </p:cNvPr>
            <p:cNvSpPr/>
            <p:nvPr/>
          </p:nvSpPr>
          <p:spPr>
            <a:xfrm>
              <a:off x="5024978" y="3109229"/>
              <a:ext cx="2090404" cy="3748771"/>
            </a:xfrm>
            <a:prstGeom prst="parallelogram">
              <a:avLst>
                <a:gd name="adj" fmla="val 43069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6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4044381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FC411482-A01D-4D41-9049-435751A03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CD4A95A7-CC45-4AFB-96BE-6972E37907F7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57AE9D31-0623-416B-A401-425C07317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2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36381B5-2874-4CCA-A61B-B4BDD05B9C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D8309-28B8-4E0E-B60C-F6DF2EAA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368F232-4EDA-4308-9BC4-CE2AD87F1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1951038"/>
            <a:ext cx="46863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6F0B4-EAF1-432E-AB16-AA9627F1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34740724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689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4454E21-3345-4037-BC83-2B5871C34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750888"/>
            <a:ext cx="46863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2304F5D4-1114-EB7B-ED5C-BE1F625146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711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9">
            <a:extLst>
              <a:ext uri="{FF2B5EF4-FFF2-40B4-BE49-F238E27FC236}">
                <a16:creationId xmlns:a16="http://schemas.microsoft.com/office/drawing/2014/main" id="{5714FDBB-C50A-4F9F-A96C-17853B9D3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937" t="5444" r="16938" b="15134"/>
          <a:stretch/>
        </p:blipFill>
        <p:spPr>
          <a:xfrm>
            <a:off x="6745917" y="663073"/>
            <a:ext cx="5425440" cy="6194927"/>
          </a:xfrm>
          <a:prstGeom prst="rect">
            <a:avLst/>
          </a:prstGeom>
        </p:spPr>
      </p:pic>
      <p:sp>
        <p:nvSpPr>
          <p:cNvPr id="10" name="Прямоугольник 2">
            <a:extLst>
              <a:ext uri="{FF2B5EF4-FFF2-40B4-BE49-F238E27FC236}">
                <a16:creationId xmlns:a16="http://schemas.microsoft.com/office/drawing/2014/main" id="{6E97C4FE-CB97-4C1E-B4C4-ECC5269A7C19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507CC24-3842-40FB-B371-67EEA4221B4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ACC070D5-A2E8-1476-9E54-18B56CDA22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555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ая фраз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F857E-104E-4CB8-9B97-DFEEBCDC77A5}"/>
              </a:ext>
            </a:extLst>
          </p:cNvPr>
          <p:cNvSpPr/>
          <p:nvPr userDrawn="1"/>
        </p:nvSpPr>
        <p:spPr>
          <a:xfrm>
            <a:off x="-1" y="1141753"/>
            <a:ext cx="7354754" cy="4574495"/>
          </a:xfrm>
          <a:custGeom>
            <a:avLst/>
            <a:gdLst>
              <a:gd name="connsiteX0" fmla="*/ 0 w 7354754"/>
              <a:gd name="connsiteY0" fmla="*/ 0 h 4574495"/>
              <a:gd name="connsiteX1" fmla="*/ 7354754 w 7354754"/>
              <a:gd name="connsiteY1" fmla="*/ 0 h 4574495"/>
              <a:gd name="connsiteX2" fmla="*/ 6256130 w 7354754"/>
              <a:gd name="connsiteY2" fmla="*/ 4574495 h 4574495"/>
              <a:gd name="connsiteX3" fmla="*/ 0 w 7354754"/>
              <a:gd name="connsiteY3" fmla="*/ 4574495 h 457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4754" h="4574495">
                <a:moveTo>
                  <a:pt x="0" y="0"/>
                </a:moveTo>
                <a:lnTo>
                  <a:pt x="7354754" y="0"/>
                </a:lnTo>
                <a:lnTo>
                  <a:pt x="6256130" y="4574495"/>
                </a:lnTo>
                <a:lnTo>
                  <a:pt x="0" y="457449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11" name="Рисунок 82">
            <a:extLst>
              <a:ext uri="{FF2B5EF4-FFF2-40B4-BE49-F238E27FC236}">
                <a16:creationId xmlns:a16="http://schemas.microsoft.com/office/drawing/2014/main" id="{C9CA1AE7-E8C7-4A85-8AFC-AD924F33D6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23520" b="35217"/>
          <a:stretch/>
        </p:blipFill>
        <p:spPr>
          <a:xfrm>
            <a:off x="3579971" y="2120900"/>
            <a:ext cx="3595042" cy="3721889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F586D425-74B3-4E43-B34F-117430617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75003"/>
            <a:ext cx="4889500" cy="1107996"/>
          </a:xfrm>
        </p:spPr>
        <p:txBody>
          <a:bodyPr anchor="ctr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 короткая фраза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067C3-07A2-49F7-98B6-8D64BBEE3E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361099"/>
            <a:ext cx="488950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6F56C-B103-47FC-8B84-4F5467FF7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168468"/>
            <a:ext cx="48895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9B3318D7-4DC0-B146-2381-F11A4A86F2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31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роткая фраз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E061-5F58-422F-A512-9463E3277201}"/>
              </a:ext>
            </a:extLst>
          </p:cNvPr>
          <p:cNvSpPr/>
          <p:nvPr userDrawn="1"/>
        </p:nvSpPr>
        <p:spPr>
          <a:xfrm>
            <a:off x="-1" y="1141753"/>
            <a:ext cx="12192000" cy="457449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9C1733-F1DE-4FBF-8EA8-C8FEE7948AF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lum bright="70000" contrast="-70000"/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t="21702" r="8705" b="6617"/>
          <a:stretch/>
        </p:blipFill>
        <p:spPr>
          <a:xfrm>
            <a:off x="21716" y="1141753"/>
            <a:ext cx="12192000" cy="45744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cxnSp>
        <p:nvCxnSpPr>
          <p:cNvPr id="8" name="Прямая соединительная линия 5">
            <a:extLst>
              <a:ext uri="{FF2B5EF4-FFF2-40B4-BE49-F238E27FC236}">
                <a16:creationId xmlns:a16="http://schemas.microsoft.com/office/drawing/2014/main" id="{397FC5C2-F13C-4545-9772-EC697CBFC059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82">
            <a:extLst>
              <a:ext uri="{FF2B5EF4-FFF2-40B4-BE49-F238E27FC236}">
                <a16:creationId xmlns:a16="http://schemas.microsoft.com/office/drawing/2014/main" id="{69F71186-8403-4694-AD30-E0138038B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8278116" y="1664267"/>
            <a:ext cx="3913884" cy="40519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4A8AFAC-E4B3-4B1C-9D19-1914F6B0B6E4}"/>
              </a:ext>
            </a:extLst>
          </p:cNvPr>
          <p:cNvGrpSpPr/>
          <p:nvPr userDrawn="1"/>
        </p:nvGrpSpPr>
        <p:grpSpPr>
          <a:xfrm>
            <a:off x="-1" y="971550"/>
            <a:ext cx="12213717" cy="4914900"/>
            <a:chOff x="-1" y="958707"/>
            <a:chExt cx="12213717" cy="49149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A4ED0F-1C60-4B2D-8732-019F0A5B55E6}"/>
                </a:ext>
              </a:extLst>
            </p:cNvPr>
            <p:cNvCxnSpPr/>
            <p:nvPr userDrawn="1"/>
          </p:nvCxnSpPr>
          <p:spPr>
            <a:xfrm>
              <a:off x="-1" y="9587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3C465-EB69-451D-83EB-77C16C5C0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58736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Заголовок 6">
            <a:extLst>
              <a:ext uri="{FF2B5EF4-FFF2-40B4-BE49-F238E27FC236}">
                <a16:creationId xmlns:a16="http://schemas.microsoft.com/office/drawing/2014/main" id="{892C7CF8-ECA8-456D-8502-12A805011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3172183"/>
            <a:ext cx="8763000" cy="1107996"/>
          </a:xfrm>
        </p:spPr>
        <p:txBody>
          <a:bodyPr anchor="ctr"/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</a:t>
            </a:r>
            <a:br>
              <a:rPr lang="ru-RU" dirty="0"/>
            </a:br>
            <a:r>
              <a:rPr lang="ru-RU" dirty="0"/>
              <a:t>короткая фраза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CFAC486-CBF0-4911-B71D-B6454A7C1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43175" y="2658279"/>
            <a:ext cx="710565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2D4709-CFED-4B57-9602-F4092BAE5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175" y="4465648"/>
            <a:ext cx="710565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3820814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6234433" y="-2001"/>
            <a:ext cx="1295226" cy="30777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0000" dirty="0">
                <a:solidFill>
                  <a:schemeClr val="accent6"/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0000" dirty="0">
              <a:solidFill>
                <a:schemeClr val="accent6"/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1482343" y="614861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97000">
                <a:schemeClr val="accent1">
                  <a:alpha val="0"/>
                </a:schemeClr>
              </a:gs>
            </a:gsLst>
            <a:lin ang="27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00" y="907469"/>
            <a:ext cx="4535424" cy="5043062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7926" y="1756728"/>
            <a:ext cx="4337480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480" y="5102216"/>
            <a:ext cx="3598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480" y="5436324"/>
            <a:ext cx="359892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1" name="Рисунок 3">
            <a:extLst>
              <a:ext uri="{FF2B5EF4-FFF2-40B4-BE49-F238E27FC236}">
                <a16:creationId xmlns:a16="http://schemas.microsoft.com/office/drawing/2014/main" id="{765BAE9C-D077-4DB1-856B-4ADD4568DD2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792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BE783E3-777F-4411-9043-B5EF984FD393}"/>
              </a:ext>
            </a:extLst>
          </p:cNvPr>
          <p:cNvSpPr txBox="1"/>
          <p:nvPr userDrawn="1"/>
        </p:nvSpPr>
        <p:spPr>
          <a:xfrm>
            <a:off x="538548" y="314325"/>
            <a:ext cx="1865895" cy="44319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8800" dirty="0">
                <a:solidFill>
                  <a:schemeClr val="accent6">
                    <a:alpha val="12000"/>
                  </a:schemeClr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8800" dirty="0">
              <a:solidFill>
                <a:schemeClr val="accent6">
                  <a:alpha val="12000"/>
                </a:schemeClr>
              </a:solidFill>
              <a:latin typeface="+mj-lt"/>
              <a:ea typeface="Inter" panose="020B0504000000000000" pitchFamily="34" charset="-52"/>
            </a:endParaRPr>
          </a:p>
        </p:txBody>
      </p:sp>
      <p:pic>
        <p:nvPicPr>
          <p:cNvPr id="13" name="Рисунок 3">
            <a:extLst>
              <a:ext uri="{FF2B5EF4-FFF2-40B4-BE49-F238E27FC236}">
                <a16:creationId xmlns:a16="http://schemas.microsoft.com/office/drawing/2014/main" id="{AF739445-B6C6-445E-8317-9EB641449FD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495" y="311312"/>
            <a:ext cx="11880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561932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E5D02-CB2E-4153-A775-5875A722BA6A}"/>
              </a:ext>
            </a:extLst>
          </p:cNvPr>
          <p:cNvSpPr/>
          <p:nvPr userDrawn="1"/>
        </p:nvSpPr>
        <p:spPr>
          <a:xfrm>
            <a:off x="605554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6230" y="0"/>
            <a:ext cx="579577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754112"/>
            <a:ext cx="45134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678" y="5102216"/>
            <a:ext cx="450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78" y="5436324"/>
            <a:ext cx="4506265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5865345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1882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8137645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942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12192001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112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7074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7F340F0-E409-49B7-9AC5-F5257A7DCA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769331"/>
            <a:ext cx="12191997" cy="457590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3042500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480100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4502276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F0381E-3A97-48F7-BC89-D64B4BE07B0C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B07ACCA-4174-4B3C-9C79-5C2EEF603F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BF534361-F6C0-44DE-98EF-F68101726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941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2D297F8-B114-4CAD-9727-DF0454521A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0DB94B01-F5AF-1BD8-BD47-7E33BB24E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296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фотографией на прозрачном фон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3226252"/>
            <a:ext cx="5646399" cy="101566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2719750"/>
            <a:ext cx="5646399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50BB05-5048-49ED-8299-2B4E13DC7B05}"/>
              </a:ext>
            </a:extLst>
          </p:cNvPr>
          <p:cNvSpPr/>
          <p:nvPr userDrawn="1"/>
        </p:nvSpPr>
        <p:spPr>
          <a:xfrm>
            <a:off x="6854701" y="0"/>
            <a:ext cx="4953000" cy="6858000"/>
          </a:xfrm>
          <a:prstGeom prst="parallelogram">
            <a:avLst>
              <a:gd name="adj" fmla="val 33016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893646B-1B1A-4AF3-96AC-431E4DC9FC8C}"/>
              </a:ext>
            </a:extLst>
          </p:cNvPr>
          <p:cNvSpPr/>
          <p:nvPr userDrawn="1"/>
        </p:nvSpPr>
        <p:spPr>
          <a:xfrm rot="10800000">
            <a:off x="6679888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4B0E331-9DE8-4CDE-8EC8-AE3BDF142FB1}"/>
              </a:ext>
            </a:extLst>
          </p:cNvPr>
          <p:cNvSpPr/>
          <p:nvPr userDrawn="1"/>
        </p:nvSpPr>
        <p:spPr>
          <a:xfrm rot="10800000">
            <a:off x="9436100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6D9F0BC-F3EF-40D6-ACE3-04CB7CE323AC}"/>
              </a:ext>
            </a:extLst>
          </p:cNvPr>
          <p:cNvSpPr/>
          <p:nvPr userDrawn="1"/>
        </p:nvSpPr>
        <p:spPr>
          <a:xfrm rot="10800000">
            <a:off x="9795973" y="0"/>
            <a:ext cx="2371601" cy="4253049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75C1BAA-F52A-4AC4-B31E-9E2FE68196FB}"/>
              </a:ext>
            </a:extLst>
          </p:cNvPr>
          <p:cNvSpPr/>
          <p:nvPr userDrawn="1"/>
        </p:nvSpPr>
        <p:spPr>
          <a:xfrm>
            <a:off x="9839803" y="2604951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70B1A3-E8AD-4745-B504-CF22EE6FB2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231566"/>
            <a:ext cx="5646399" cy="578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4800"/>
              </a:lnSpc>
              <a:buNone/>
              <a:defRPr lang="en-US" sz="360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В две или три строки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FE6F6F-2C5A-4EBD-94D9-A848AD5BB7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8FB3386-438F-4586-9B4C-D202D909F4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137" y="495215"/>
            <a:ext cx="1558275" cy="47702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73D3B3-185C-4E02-A8C5-6D74EDB79CC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4B8AC2F-957B-40AD-8662-E23599D0F2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875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032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CE01FE9-9E94-4FEA-85AF-35135FE435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07AF905-B7C7-4149-AB01-2B5A4925C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90391"/>
            <a:ext cx="5646399" cy="1077218"/>
          </a:xfrm>
        </p:spPr>
        <p:txBody>
          <a:bodyPr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lang="ru-RU" sz="40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0D6C9-B406-4BBA-9EC3-81D39D75412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80D4B3C-FA94-4EE1-9A93-8078B466A0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430556AB-6A12-5ACF-774E-1624B64429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068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all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62ECB91-AF7A-4CCA-9BC4-DFF72D60E0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5AE8FB24-C2AE-99A7-FFD1-9E82054877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08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A5A0D2C-8722-4F04-BE55-5630F4B87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83594CAE-FD1C-B4D0-B15D-DE1EE2473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374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 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40A111E-33E1-44D3-8428-8D9283B233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CFDCE0-2466-4487-9C1B-CE8ABA894EAF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32EEBC3-4044-467A-A7ED-E4A6EBC53D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BB3858E8-66C6-B06B-B7D8-B2B3F9DFB3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265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2587669"/>
            <a:ext cx="5646399" cy="61555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22" descr="A picture containing table&#10;&#10;Description automatically generated">
            <a:extLst>
              <a:ext uri="{FF2B5EF4-FFF2-40B4-BE49-F238E27FC236}">
                <a16:creationId xmlns:a16="http://schemas.microsoft.com/office/drawing/2014/main" id="{8B25C531-708C-4945-8B83-E756EE6ED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935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889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ru-RU" dirty="0"/>
              <a:t>Вторая строчка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34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35727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229434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534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149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857629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1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654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2929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D68CF29-070B-4282-BF53-C3A10620C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30413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2207129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6" name="Picture 16" descr="A screenshot of a flat screen television&#10;&#10;Description automatically generated">
            <a:extLst>
              <a:ext uri="{FF2B5EF4-FFF2-40B4-BE49-F238E27FC236}">
                <a16:creationId xmlns:a16="http://schemas.microsoft.com/office/drawing/2014/main" id="{468BE97C-7BE9-4254-ADB9-BBADE1E30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111" y="1179094"/>
            <a:ext cx="9550185" cy="5639383"/>
          </a:xfrm>
          <a:prstGeom prst="rect">
            <a:avLst/>
          </a:prstGeom>
        </p:spPr>
      </p:pic>
      <p:sp>
        <p:nvSpPr>
          <p:cNvPr id="8" name="Рисунок 3">
            <a:extLst>
              <a:ext uri="{FF2B5EF4-FFF2-40B4-BE49-F238E27FC236}">
                <a16:creationId xmlns:a16="http://schemas.microsoft.com/office/drawing/2014/main" id="{D4E40A85-C800-414C-BEE1-B578D5514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4913" y="1516856"/>
            <a:ext cx="6238875" cy="381952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10079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22">
            <a:extLst>
              <a:ext uri="{FF2B5EF4-FFF2-40B4-BE49-F238E27FC236}">
                <a16:creationId xmlns:a16="http://schemas.microsoft.com/office/drawing/2014/main" id="{C784C029-6C93-413D-8699-4362434FD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</a:blip>
          <a:srcRect l="34033" t="15463" r="28889" b="14498"/>
          <a:stretch/>
        </p:blipFill>
        <p:spPr>
          <a:xfrm>
            <a:off x="8442477" y="1060171"/>
            <a:ext cx="2918577" cy="5513074"/>
          </a:xfrm>
          <a:prstGeom prst="rect">
            <a:avLst/>
          </a:prstGeom>
          <a:noFill/>
          <a:ln>
            <a:noFill/>
          </a:ln>
          <a:effectLst>
            <a:outerShdw blurRad="342900" dist="114300" dir="2700000" algn="tl" rotWithShape="0">
              <a:srgbClr val="000000">
                <a:alpha val="30980"/>
              </a:srgbClr>
            </a:outerShdw>
          </a:effectLst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D48C7C90-CD98-4D00-8F58-3DFE15D1F7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20589" y="1435154"/>
            <a:ext cx="2200456" cy="4779909"/>
          </a:xfrm>
          <a:custGeom>
            <a:avLst/>
            <a:gdLst>
              <a:gd name="connsiteX0" fmla="*/ 394614 w 1920529"/>
              <a:gd name="connsiteY0" fmla="*/ 295 h 4171841"/>
              <a:gd name="connsiteX1" fmla="*/ 433387 w 1920529"/>
              <a:gd name="connsiteY1" fmla="*/ 32559 h 4171841"/>
              <a:gd name="connsiteX2" fmla="*/ 439896 w 1920529"/>
              <a:gd name="connsiteY2" fmla="*/ 66237 h 4171841"/>
              <a:gd name="connsiteX3" fmla="*/ 496498 w 1920529"/>
              <a:gd name="connsiteY3" fmla="*/ 136991 h 4171841"/>
              <a:gd name="connsiteX4" fmla="*/ 622911 w 1920529"/>
              <a:gd name="connsiteY4" fmla="*/ 165009 h 4171841"/>
              <a:gd name="connsiteX5" fmla="*/ 1301480 w 1920529"/>
              <a:gd name="connsiteY5" fmla="*/ 165009 h 4171841"/>
              <a:gd name="connsiteX6" fmla="*/ 1413082 w 1920529"/>
              <a:gd name="connsiteY6" fmla="*/ 142934 h 4171841"/>
              <a:gd name="connsiteX7" fmla="*/ 1487325 w 1920529"/>
              <a:gd name="connsiteY7" fmla="*/ 46427 h 4171841"/>
              <a:gd name="connsiteX8" fmla="*/ 1541191 w 1920529"/>
              <a:gd name="connsiteY8" fmla="*/ 295 h 4171841"/>
              <a:gd name="connsiteX9" fmla="*/ 1690244 w 1920529"/>
              <a:gd name="connsiteY9" fmla="*/ 484 h 4171841"/>
              <a:gd name="connsiteX10" fmla="*/ 1809864 w 1920529"/>
              <a:gd name="connsiteY10" fmla="*/ 27182 h 4171841"/>
              <a:gd name="connsiteX11" fmla="*/ 1912599 w 1920529"/>
              <a:gd name="connsiteY11" fmla="*/ 180480 h 4171841"/>
              <a:gd name="connsiteX12" fmla="*/ 1920145 w 1920529"/>
              <a:gd name="connsiteY12" fmla="*/ 329062 h 4171841"/>
              <a:gd name="connsiteX13" fmla="*/ 1920428 w 1920529"/>
              <a:gd name="connsiteY13" fmla="*/ 2963247 h 4171841"/>
              <a:gd name="connsiteX14" fmla="*/ 1920334 w 1920529"/>
              <a:gd name="connsiteY14" fmla="*/ 3268147 h 4171841"/>
              <a:gd name="connsiteX15" fmla="*/ 1917409 w 1920529"/>
              <a:gd name="connsiteY15" fmla="*/ 3893887 h 4171841"/>
              <a:gd name="connsiteX16" fmla="*/ 1912881 w 1920529"/>
              <a:gd name="connsiteY16" fmla="*/ 4001431 h 4171841"/>
              <a:gd name="connsiteX17" fmla="*/ 1766092 w 1920529"/>
              <a:gd name="connsiteY17" fmla="*/ 4161993 h 4171841"/>
              <a:gd name="connsiteX18" fmla="*/ 1675246 w 1920529"/>
              <a:gd name="connsiteY18" fmla="*/ 4171427 h 4171841"/>
              <a:gd name="connsiteX19" fmla="*/ 246976 w 1920529"/>
              <a:gd name="connsiteY19" fmla="*/ 4171616 h 4171841"/>
              <a:gd name="connsiteX20" fmla="*/ 125186 w 1920529"/>
              <a:gd name="connsiteY20" fmla="*/ 4153787 h 4171841"/>
              <a:gd name="connsiteX21" fmla="*/ 43867 w 1920529"/>
              <a:gd name="connsiteY21" fmla="*/ 4090297 h 4171841"/>
              <a:gd name="connsiteX22" fmla="*/ 6604 w 1920529"/>
              <a:gd name="connsiteY22" fmla="*/ 3969451 h 4171841"/>
              <a:gd name="connsiteX23" fmla="*/ 0 w 1920529"/>
              <a:gd name="connsiteY23" fmla="*/ 2066664 h 4171841"/>
              <a:gd name="connsiteX24" fmla="*/ 2170 w 1920529"/>
              <a:gd name="connsiteY24" fmla="*/ 2066664 h 4171841"/>
              <a:gd name="connsiteX25" fmla="*/ 2548 w 1920529"/>
              <a:gd name="connsiteY25" fmla="*/ 303685 h 4171841"/>
              <a:gd name="connsiteX26" fmla="*/ 11321 w 1920529"/>
              <a:gd name="connsiteY26" fmla="*/ 171330 h 4171841"/>
              <a:gd name="connsiteX27" fmla="*/ 181695 w 1920529"/>
              <a:gd name="connsiteY27" fmla="*/ 5107 h 4171841"/>
              <a:gd name="connsiteX28" fmla="*/ 252447 w 1920529"/>
              <a:gd name="connsiteY28" fmla="*/ 484 h 4171841"/>
              <a:gd name="connsiteX29" fmla="*/ 394614 w 1920529"/>
              <a:gd name="connsiteY29" fmla="*/ 295 h 417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20529" h="4171841">
                <a:moveTo>
                  <a:pt x="394614" y="295"/>
                </a:moveTo>
                <a:cubicBezTo>
                  <a:pt x="420934" y="484"/>
                  <a:pt x="428009" y="6805"/>
                  <a:pt x="433387" y="32559"/>
                </a:cubicBezTo>
                <a:cubicBezTo>
                  <a:pt x="435651" y="43786"/>
                  <a:pt x="437538" y="55106"/>
                  <a:pt x="439896" y="66237"/>
                </a:cubicBezTo>
                <a:cubicBezTo>
                  <a:pt x="446972" y="99161"/>
                  <a:pt x="466688" y="121897"/>
                  <a:pt x="496498" y="136991"/>
                </a:cubicBezTo>
                <a:cubicBezTo>
                  <a:pt x="536308" y="157085"/>
                  <a:pt x="579044" y="164820"/>
                  <a:pt x="622911" y="165009"/>
                </a:cubicBezTo>
                <a:cubicBezTo>
                  <a:pt x="849132" y="165574"/>
                  <a:pt x="1075353" y="165480"/>
                  <a:pt x="1301480" y="165009"/>
                </a:cubicBezTo>
                <a:cubicBezTo>
                  <a:pt x="1339782" y="164915"/>
                  <a:pt x="1377233" y="158027"/>
                  <a:pt x="1413082" y="142934"/>
                </a:cubicBezTo>
                <a:cubicBezTo>
                  <a:pt x="1456571" y="124633"/>
                  <a:pt x="1480627" y="92841"/>
                  <a:pt x="1487325" y="46427"/>
                </a:cubicBezTo>
                <a:cubicBezTo>
                  <a:pt x="1493740" y="1994"/>
                  <a:pt x="1496382" y="295"/>
                  <a:pt x="1541191" y="295"/>
                </a:cubicBezTo>
                <a:cubicBezTo>
                  <a:pt x="1590907" y="295"/>
                  <a:pt x="1640529" y="-82"/>
                  <a:pt x="1690244" y="484"/>
                </a:cubicBezTo>
                <a:cubicBezTo>
                  <a:pt x="1731848" y="956"/>
                  <a:pt x="1772696" y="6994"/>
                  <a:pt x="1809864" y="27182"/>
                </a:cubicBezTo>
                <a:cubicBezTo>
                  <a:pt x="1870713" y="60200"/>
                  <a:pt x="1905711" y="111991"/>
                  <a:pt x="1912599" y="180480"/>
                </a:cubicBezTo>
                <a:cubicBezTo>
                  <a:pt x="1917598" y="229724"/>
                  <a:pt x="1920145" y="279534"/>
                  <a:pt x="1920145" y="329062"/>
                </a:cubicBezTo>
                <a:cubicBezTo>
                  <a:pt x="1920523" y="1207155"/>
                  <a:pt x="1920428" y="2085155"/>
                  <a:pt x="1920428" y="2963247"/>
                </a:cubicBezTo>
                <a:cubicBezTo>
                  <a:pt x="1920428" y="3064849"/>
                  <a:pt x="1920711" y="3166544"/>
                  <a:pt x="1920334" y="3268147"/>
                </a:cubicBezTo>
                <a:cubicBezTo>
                  <a:pt x="1919579" y="3476726"/>
                  <a:pt x="1918730" y="3685306"/>
                  <a:pt x="1917409" y="3893887"/>
                </a:cubicBezTo>
                <a:cubicBezTo>
                  <a:pt x="1917221" y="3929735"/>
                  <a:pt x="1915334" y="3965677"/>
                  <a:pt x="1912881" y="4001431"/>
                </a:cubicBezTo>
                <a:cubicBezTo>
                  <a:pt x="1907410" y="4080204"/>
                  <a:pt x="1847789" y="4146145"/>
                  <a:pt x="1766092" y="4161993"/>
                </a:cubicBezTo>
                <a:cubicBezTo>
                  <a:pt x="1736281" y="4167749"/>
                  <a:pt x="1705528" y="4171333"/>
                  <a:pt x="1675246" y="4171427"/>
                </a:cubicBezTo>
                <a:cubicBezTo>
                  <a:pt x="1199124" y="4171994"/>
                  <a:pt x="723097" y="4171900"/>
                  <a:pt x="246976" y="4171616"/>
                </a:cubicBezTo>
                <a:cubicBezTo>
                  <a:pt x="205750" y="4171616"/>
                  <a:pt x="164808" y="4166805"/>
                  <a:pt x="125186" y="4153787"/>
                </a:cubicBezTo>
                <a:cubicBezTo>
                  <a:pt x="90281" y="4142371"/>
                  <a:pt x="63207" y="4121335"/>
                  <a:pt x="43867" y="4090297"/>
                </a:cubicBezTo>
                <a:cubicBezTo>
                  <a:pt x="20849" y="4053317"/>
                  <a:pt x="6698" y="4013978"/>
                  <a:pt x="6604" y="3969451"/>
                </a:cubicBezTo>
                <a:cubicBezTo>
                  <a:pt x="4623" y="3335126"/>
                  <a:pt x="2264" y="2700895"/>
                  <a:pt x="0" y="2066664"/>
                </a:cubicBezTo>
                <a:cubicBezTo>
                  <a:pt x="755" y="2066664"/>
                  <a:pt x="1510" y="2066664"/>
                  <a:pt x="2170" y="2066664"/>
                </a:cubicBezTo>
                <a:cubicBezTo>
                  <a:pt x="2170" y="1479036"/>
                  <a:pt x="1981" y="891314"/>
                  <a:pt x="2548" y="303685"/>
                </a:cubicBezTo>
                <a:cubicBezTo>
                  <a:pt x="2548" y="259535"/>
                  <a:pt x="5944" y="215102"/>
                  <a:pt x="11321" y="171330"/>
                </a:cubicBezTo>
                <a:cubicBezTo>
                  <a:pt x="23679" y="71710"/>
                  <a:pt x="102829" y="15107"/>
                  <a:pt x="181695" y="5107"/>
                </a:cubicBezTo>
                <a:cubicBezTo>
                  <a:pt x="205090" y="2182"/>
                  <a:pt x="228863" y="768"/>
                  <a:pt x="252447" y="484"/>
                </a:cubicBezTo>
                <a:cubicBezTo>
                  <a:pt x="299805" y="-270"/>
                  <a:pt x="347256" y="13"/>
                  <a:pt x="394614" y="295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85524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95D247D2-83AF-4DB7-BBBE-5F11EF9958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5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Рисунок 10">
            <a:extLst>
              <a:ext uri="{FF2B5EF4-FFF2-40B4-BE49-F238E27FC236}">
                <a16:creationId xmlns:a16="http://schemas.microsoft.com/office/drawing/2014/main" id="{F6C1A6F8-E482-4CD3-B793-FB37F40D25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3550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2" name="Рисунок 10">
            <a:extLst>
              <a:ext uri="{FF2B5EF4-FFF2-40B4-BE49-F238E27FC236}">
                <a16:creationId xmlns:a16="http://schemas.microsoft.com/office/drawing/2014/main" id="{14172962-67DB-49D3-B3D9-994E0D2458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8206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3" name="Рисунок 10">
            <a:extLst>
              <a:ext uri="{FF2B5EF4-FFF2-40B4-BE49-F238E27FC236}">
                <a16:creationId xmlns:a16="http://schemas.microsoft.com/office/drawing/2014/main" id="{ABC80502-55AA-425A-A0D5-5AB24ACACD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91275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4" name="Рисунок 10">
            <a:extLst>
              <a:ext uri="{FF2B5EF4-FFF2-40B4-BE49-F238E27FC236}">
                <a16:creationId xmlns:a16="http://schemas.microsoft.com/office/drawing/2014/main" id="{B4385FE8-FF45-4D1A-A3A6-BD013E519AC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83550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5" name="Рисунок 10">
            <a:extLst>
              <a:ext uri="{FF2B5EF4-FFF2-40B4-BE49-F238E27FC236}">
                <a16:creationId xmlns:a16="http://schemas.microsoft.com/office/drawing/2014/main" id="{2C5D671B-ADA7-4ED6-BFE9-E07133738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78206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6" name="Рисунок 10">
            <a:extLst>
              <a:ext uri="{FF2B5EF4-FFF2-40B4-BE49-F238E27FC236}">
                <a16:creationId xmlns:a16="http://schemas.microsoft.com/office/drawing/2014/main" id="{BA0C9B24-D7DB-47FE-AC55-D65EF4D832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1275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B08A2850-6739-4559-B58D-9D7A351CE6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83550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8" name="Рисунок 10">
            <a:extLst>
              <a:ext uri="{FF2B5EF4-FFF2-40B4-BE49-F238E27FC236}">
                <a16:creationId xmlns:a16="http://schemas.microsoft.com/office/drawing/2014/main" id="{0D21383A-808B-4C97-9A6F-83EE82AF228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78206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01184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E9E0BF2-5738-4018-ABD3-24A059B08F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6" y="2134253"/>
            <a:ext cx="5029697" cy="2872836"/>
          </a:xfrm>
          <a:custGeom>
            <a:avLst/>
            <a:gdLst>
              <a:gd name="connsiteX0" fmla="*/ 3386931 w 5029697"/>
              <a:gd name="connsiteY0" fmla="*/ 1950245 h 2872836"/>
              <a:gd name="connsiteX1" fmla="*/ 5029697 w 5029697"/>
              <a:gd name="connsiteY1" fmla="*/ 1950245 h 2872836"/>
              <a:gd name="connsiteX2" fmla="*/ 5029697 w 5029697"/>
              <a:gd name="connsiteY2" fmla="*/ 2872836 h 2872836"/>
              <a:gd name="connsiteX3" fmla="*/ 3386931 w 5029697"/>
              <a:gd name="connsiteY3" fmla="*/ 2872836 h 2872836"/>
              <a:gd name="connsiteX4" fmla="*/ 1692275 w 5029697"/>
              <a:gd name="connsiteY4" fmla="*/ 1950245 h 2872836"/>
              <a:gd name="connsiteX5" fmla="*/ 3335041 w 5029697"/>
              <a:gd name="connsiteY5" fmla="*/ 1950245 h 2872836"/>
              <a:gd name="connsiteX6" fmla="*/ 3335041 w 5029697"/>
              <a:gd name="connsiteY6" fmla="*/ 2872836 h 2872836"/>
              <a:gd name="connsiteX7" fmla="*/ 1692275 w 5029697"/>
              <a:gd name="connsiteY7" fmla="*/ 2872836 h 2872836"/>
              <a:gd name="connsiteX8" fmla="*/ 0 w 5029697"/>
              <a:gd name="connsiteY8" fmla="*/ 1950245 h 2872836"/>
              <a:gd name="connsiteX9" fmla="*/ 1642766 w 5029697"/>
              <a:gd name="connsiteY9" fmla="*/ 1950245 h 2872836"/>
              <a:gd name="connsiteX10" fmla="*/ 1642766 w 5029697"/>
              <a:gd name="connsiteY10" fmla="*/ 2872836 h 2872836"/>
              <a:gd name="connsiteX11" fmla="*/ 0 w 5029697"/>
              <a:gd name="connsiteY11" fmla="*/ 2872836 h 2872836"/>
              <a:gd name="connsiteX12" fmla="*/ 3386931 w 5029697"/>
              <a:gd name="connsiteY12" fmla="*/ 971551 h 2872836"/>
              <a:gd name="connsiteX13" fmla="*/ 5029697 w 5029697"/>
              <a:gd name="connsiteY13" fmla="*/ 971551 h 2872836"/>
              <a:gd name="connsiteX14" fmla="*/ 5029697 w 5029697"/>
              <a:gd name="connsiteY14" fmla="*/ 1894142 h 2872836"/>
              <a:gd name="connsiteX15" fmla="*/ 3386931 w 5029697"/>
              <a:gd name="connsiteY15" fmla="*/ 1894142 h 2872836"/>
              <a:gd name="connsiteX16" fmla="*/ 1692275 w 5029697"/>
              <a:gd name="connsiteY16" fmla="*/ 971551 h 2872836"/>
              <a:gd name="connsiteX17" fmla="*/ 3335041 w 5029697"/>
              <a:gd name="connsiteY17" fmla="*/ 971551 h 2872836"/>
              <a:gd name="connsiteX18" fmla="*/ 3335041 w 5029697"/>
              <a:gd name="connsiteY18" fmla="*/ 1894142 h 2872836"/>
              <a:gd name="connsiteX19" fmla="*/ 1692275 w 5029697"/>
              <a:gd name="connsiteY19" fmla="*/ 1894142 h 2872836"/>
              <a:gd name="connsiteX20" fmla="*/ 0 w 5029697"/>
              <a:gd name="connsiteY20" fmla="*/ 971551 h 2872836"/>
              <a:gd name="connsiteX21" fmla="*/ 1642766 w 5029697"/>
              <a:gd name="connsiteY21" fmla="*/ 971551 h 2872836"/>
              <a:gd name="connsiteX22" fmla="*/ 1642766 w 5029697"/>
              <a:gd name="connsiteY22" fmla="*/ 1894142 h 2872836"/>
              <a:gd name="connsiteX23" fmla="*/ 0 w 5029697"/>
              <a:gd name="connsiteY23" fmla="*/ 1894142 h 2872836"/>
              <a:gd name="connsiteX24" fmla="*/ 3386931 w 5029697"/>
              <a:gd name="connsiteY24" fmla="*/ 0 h 2872836"/>
              <a:gd name="connsiteX25" fmla="*/ 5029697 w 5029697"/>
              <a:gd name="connsiteY25" fmla="*/ 0 h 2872836"/>
              <a:gd name="connsiteX26" fmla="*/ 5029697 w 5029697"/>
              <a:gd name="connsiteY26" fmla="*/ 922591 h 2872836"/>
              <a:gd name="connsiteX27" fmla="*/ 3386931 w 5029697"/>
              <a:gd name="connsiteY27" fmla="*/ 922591 h 2872836"/>
              <a:gd name="connsiteX28" fmla="*/ 1692275 w 5029697"/>
              <a:gd name="connsiteY28" fmla="*/ 0 h 2872836"/>
              <a:gd name="connsiteX29" fmla="*/ 3335041 w 5029697"/>
              <a:gd name="connsiteY29" fmla="*/ 0 h 2872836"/>
              <a:gd name="connsiteX30" fmla="*/ 3335041 w 5029697"/>
              <a:gd name="connsiteY30" fmla="*/ 922591 h 2872836"/>
              <a:gd name="connsiteX31" fmla="*/ 1692275 w 5029697"/>
              <a:gd name="connsiteY31" fmla="*/ 922591 h 2872836"/>
              <a:gd name="connsiteX32" fmla="*/ 0 w 5029697"/>
              <a:gd name="connsiteY32" fmla="*/ 0 h 2872836"/>
              <a:gd name="connsiteX33" fmla="*/ 1642766 w 5029697"/>
              <a:gd name="connsiteY33" fmla="*/ 0 h 2872836"/>
              <a:gd name="connsiteX34" fmla="*/ 1642766 w 5029697"/>
              <a:gd name="connsiteY34" fmla="*/ 922591 h 2872836"/>
              <a:gd name="connsiteX35" fmla="*/ 0 w 5029697"/>
              <a:gd name="connsiteY35" fmla="*/ 922591 h 287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029697" h="2872836">
                <a:moveTo>
                  <a:pt x="3386931" y="1950245"/>
                </a:moveTo>
                <a:lnTo>
                  <a:pt x="5029697" y="1950245"/>
                </a:lnTo>
                <a:lnTo>
                  <a:pt x="5029697" y="2872836"/>
                </a:lnTo>
                <a:lnTo>
                  <a:pt x="3386931" y="2872836"/>
                </a:lnTo>
                <a:close/>
                <a:moveTo>
                  <a:pt x="1692275" y="1950245"/>
                </a:moveTo>
                <a:lnTo>
                  <a:pt x="3335041" y="1950245"/>
                </a:lnTo>
                <a:lnTo>
                  <a:pt x="3335041" y="2872836"/>
                </a:lnTo>
                <a:lnTo>
                  <a:pt x="1692275" y="2872836"/>
                </a:lnTo>
                <a:close/>
                <a:moveTo>
                  <a:pt x="0" y="1950245"/>
                </a:moveTo>
                <a:lnTo>
                  <a:pt x="1642766" y="1950245"/>
                </a:lnTo>
                <a:lnTo>
                  <a:pt x="1642766" y="2872836"/>
                </a:lnTo>
                <a:lnTo>
                  <a:pt x="0" y="2872836"/>
                </a:lnTo>
                <a:close/>
                <a:moveTo>
                  <a:pt x="3386931" y="971551"/>
                </a:moveTo>
                <a:lnTo>
                  <a:pt x="5029697" y="971551"/>
                </a:lnTo>
                <a:lnTo>
                  <a:pt x="5029697" y="1894142"/>
                </a:lnTo>
                <a:lnTo>
                  <a:pt x="3386931" y="1894142"/>
                </a:lnTo>
                <a:close/>
                <a:moveTo>
                  <a:pt x="1692275" y="971551"/>
                </a:moveTo>
                <a:lnTo>
                  <a:pt x="3335041" y="971551"/>
                </a:lnTo>
                <a:lnTo>
                  <a:pt x="3335041" y="1894142"/>
                </a:lnTo>
                <a:lnTo>
                  <a:pt x="1692275" y="1894142"/>
                </a:lnTo>
                <a:close/>
                <a:moveTo>
                  <a:pt x="0" y="971551"/>
                </a:moveTo>
                <a:lnTo>
                  <a:pt x="1642766" y="971551"/>
                </a:lnTo>
                <a:lnTo>
                  <a:pt x="1642766" y="1894142"/>
                </a:lnTo>
                <a:lnTo>
                  <a:pt x="0" y="1894142"/>
                </a:lnTo>
                <a:close/>
                <a:moveTo>
                  <a:pt x="3386931" y="0"/>
                </a:moveTo>
                <a:lnTo>
                  <a:pt x="5029697" y="0"/>
                </a:lnTo>
                <a:lnTo>
                  <a:pt x="5029697" y="922591"/>
                </a:lnTo>
                <a:lnTo>
                  <a:pt x="3386931" y="922591"/>
                </a:lnTo>
                <a:close/>
                <a:moveTo>
                  <a:pt x="1692275" y="0"/>
                </a:moveTo>
                <a:lnTo>
                  <a:pt x="3335041" y="0"/>
                </a:lnTo>
                <a:lnTo>
                  <a:pt x="3335041" y="922591"/>
                </a:lnTo>
                <a:lnTo>
                  <a:pt x="1692275" y="922591"/>
                </a:lnTo>
                <a:close/>
                <a:moveTo>
                  <a:pt x="0" y="0"/>
                </a:moveTo>
                <a:lnTo>
                  <a:pt x="1642766" y="0"/>
                </a:lnTo>
                <a:lnTo>
                  <a:pt x="1642766" y="922591"/>
                </a:lnTo>
                <a:lnTo>
                  <a:pt x="0" y="922591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32535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F6637E-FA25-4ED5-9B39-BB5355F46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92663"/>
            <a:ext cx="5003800" cy="4304219"/>
          </a:xfrm>
          <a:custGeom>
            <a:avLst/>
            <a:gdLst>
              <a:gd name="connsiteX0" fmla="*/ 0 w 5003800"/>
              <a:gd name="connsiteY0" fmla="*/ 0 h 4304219"/>
              <a:gd name="connsiteX1" fmla="*/ 4945478 w 5003800"/>
              <a:gd name="connsiteY1" fmla="*/ 0 h 4304219"/>
              <a:gd name="connsiteX2" fmla="*/ 5003800 w 5003800"/>
              <a:gd name="connsiteY2" fmla="*/ 58322 h 4304219"/>
              <a:gd name="connsiteX3" fmla="*/ 5003800 w 5003800"/>
              <a:gd name="connsiteY3" fmla="*/ 4245897 h 4304219"/>
              <a:gd name="connsiteX4" fmla="*/ 4945478 w 5003800"/>
              <a:gd name="connsiteY4" fmla="*/ 4304219 h 4304219"/>
              <a:gd name="connsiteX5" fmla="*/ 0 w 5003800"/>
              <a:gd name="connsiteY5" fmla="*/ 4304219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3800" h="4304219">
                <a:moveTo>
                  <a:pt x="0" y="0"/>
                </a:moveTo>
                <a:lnTo>
                  <a:pt x="4945478" y="0"/>
                </a:lnTo>
                <a:cubicBezTo>
                  <a:pt x="4977688" y="0"/>
                  <a:pt x="5003800" y="26112"/>
                  <a:pt x="5003800" y="58322"/>
                </a:cubicBezTo>
                <a:lnTo>
                  <a:pt x="5003800" y="4245897"/>
                </a:lnTo>
                <a:cubicBezTo>
                  <a:pt x="5003800" y="4278107"/>
                  <a:pt x="4977688" y="4304219"/>
                  <a:pt x="4945478" y="4304219"/>
                </a:cubicBezTo>
                <a:lnTo>
                  <a:pt x="0" y="4304219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582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045974-98BC-4F9A-898B-5BB22DDB34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4988" y="1292662"/>
            <a:ext cx="5001012" cy="4304219"/>
          </a:xfrm>
          <a:custGeom>
            <a:avLst/>
            <a:gdLst>
              <a:gd name="connsiteX0" fmla="*/ 58322 w 5001012"/>
              <a:gd name="connsiteY0" fmla="*/ 0 h 4304219"/>
              <a:gd name="connsiteX1" fmla="*/ 5001012 w 5001012"/>
              <a:gd name="connsiteY1" fmla="*/ 0 h 4304219"/>
              <a:gd name="connsiteX2" fmla="*/ 5001012 w 5001012"/>
              <a:gd name="connsiteY2" fmla="*/ 1 h 4304219"/>
              <a:gd name="connsiteX3" fmla="*/ 5001012 w 5001012"/>
              <a:gd name="connsiteY3" fmla="*/ 4304219 h 4304219"/>
              <a:gd name="connsiteX4" fmla="*/ 58322 w 5001012"/>
              <a:gd name="connsiteY4" fmla="*/ 4304219 h 4304219"/>
              <a:gd name="connsiteX5" fmla="*/ 0 w 5001012"/>
              <a:gd name="connsiteY5" fmla="*/ 4245897 h 4304219"/>
              <a:gd name="connsiteX6" fmla="*/ 0 w 5001012"/>
              <a:gd name="connsiteY6" fmla="*/ 58322 h 4304219"/>
              <a:gd name="connsiteX7" fmla="*/ 58322 w 5001012"/>
              <a:gd name="connsiteY7" fmla="*/ 0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012" h="4304219">
                <a:moveTo>
                  <a:pt x="58322" y="0"/>
                </a:moveTo>
                <a:lnTo>
                  <a:pt x="5001012" y="0"/>
                </a:lnTo>
                <a:lnTo>
                  <a:pt x="5001012" y="1"/>
                </a:lnTo>
                <a:lnTo>
                  <a:pt x="5001012" y="4304219"/>
                </a:lnTo>
                <a:lnTo>
                  <a:pt x="58322" y="4304219"/>
                </a:lnTo>
                <a:cubicBezTo>
                  <a:pt x="26112" y="4304219"/>
                  <a:pt x="0" y="4278107"/>
                  <a:pt x="0" y="4245897"/>
                </a:cubicBezTo>
                <a:lnTo>
                  <a:pt x="0" y="58322"/>
                </a:lnTo>
                <a:cubicBezTo>
                  <a:pt x="0" y="26112"/>
                  <a:pt x="26112" y="0"/>
                  <a:pt x="58322" y="0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112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063BE5-C071-41FD-B46E-66E593A01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2201" y="1292662"/>
            <a:ext cx="10007600" cy="4333523"/>
          </a:xfrm>
          <a:prstGeom prst="roundRect">
            <a:avLst>
              <a:gd name="adj" fmla="val 1281"/>
            </a:avLst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075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59C2CC-921F-4753-9DC7-FC2BE6957830}"/>
              </a:ext>
            </a:extLst>
          </p:cNvPr>
          <p:cNvGrpSpPr/>
          <p:nvPr userDrawn="1"/>
        </p:nvGrpSpPr>
        <p:grpSpPr>
          <a:xfrm>
            <a:off x="5024978" y="3109229"/>
            <a:ext cx="2418064" cy="3748771"/>
            <a:chOff x="5024978" y="3109229"/>
            <a:chExt cx="2418064" cy="374877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1CEA0B8-7D76-4D8C-8A78-FA3F5117AD1A}"/>
                </a:ext>
              </a:extLst>
            </p:cNvPr>
            <p:cNvSpPr/>
            <p:nvPr/>
          </p:nvSpPr>
          <p:spPr>
            <a:xfrm>
              <a:off x="5352638" y="3109229"/>
              <a:ext cx="2090404" cy="3748771"/>
            </a:xfrm>
            <a:prstGeom prst="parallelogram">
              <a:avLst>
                <a:gd name="adj" fmla="val 42841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8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BF0B4BB-2F79-45A7-BD1C-2AB0ACFF25C0}"/>
                </a:ext>
              </a:extLst>
            </p:cNvPr>
            <p:cNvSpPr/>
            <p:nvPr/>
          </p:nvSpPr>
          <p:spPr>
            <a:xfrm>
              <a:off x="5024978" y="3109229"/>
              <a:ext cx="2090404" cy="3748771"/>
            </a:xfrm>
            <a:prstGeom prst="parallelogram">
              <a:avLst>
                <a:gd name="adj" fmla="val 43069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6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09097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FC411482-A01D-4D41-9049-435751A03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CD4A95A7-CC45-4AFB-96BE-6972E37907F7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57AE9D31-0623-416B-A401-425C07317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3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36381B5-2874-4CCA-A61B-B4BDD05B9C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D8309-28B8-4E0E-B60C-F6DF2EAA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368F232-4EDA-4308-9BC4-CE2AD87F1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1951038"/>
            <a:ext cx="46863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6F0B4-EAF1-432E-AB16-AA9627F1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39748267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689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F578032-4858-4A85-A6CE-C1B334B295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750888"/>
            <a:ext cx="46863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6442AF05-8D71-B28A-4BA8-B91636C952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882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9">
            <a:extLst>
              <a:ext uri="{FF2B5EF4-FFF2-40B4-BE49-F238E27FC236}">
                <a16:creationId xmlns:a16="http://schemas.microsoft.com/office/drawing/2014/main" id="{5714FDBB-C50A-4F9F-A96C-17853B9D3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937" t="5444" r="16938" b="15134"/>
          <a:stretch/>
        </p:blipFill>
        <p:spPr>
          <a:xfrm>
            <a:off x="6745917" y="663073"/>
            <a:ext cx="5425440" cy="6194927"/>
          </a:xfrm>
          <a:prstGeom prst="rect">
            <a:avLst/>
          </a:prstGeom>
        </p:spPr>
      </p:pic>
      <p:sp>
        <p:nvSpPr>
          <p:cNvPr id="10" name="Прямоугольник 2">
            <a:extLst>
              <a:ext uri="{FF2B5EF4-FFF2-40B4-BE49-F238E27FC236}">
                <a16:creationId xmlns:a16="http://schemas.microsoft.com/office/drawing/2014/main" id="{6E97C4FE-CB97-4C1E-B4C4-ECC5269A7C19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507CC24-3842-40FB-B371-67EEA4221B4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D5CC00EB-2049-0047-5A98-0D212C2C1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88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ая фраз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F857E-104E-4CB8-9B97-DFEEBCDC77A5}"/>
              </a:ext>
            </a:extLst>
          </p:cNvPr>
          <p:cNvSpPr/>
          <p:nvPr userDrawn="1"/>
        </p:nvSpPr>
        <p:spPr>
          <a:xfrm>
            <a:off x="-1" y="1141753"/>
            <a:ext cx="7354754" cy="4574495"/>
          </a:xfrm>
          <a:custGeom>
            <a:avLst/>
            <a:gdLst>
              <a:gd name="connsiteX0" fmla="*/ 0 w 7354754"/>
              <a:gd name="connsiteY0" fmla="*/ 0 h 4574495"/>
              <a:gd name="connsiteX1" fmla="*/ 7354754 w 7354754"/>
              <a:gd name="connsiteY1" fmla="*/ 0 h 4574495"/>
              <a:gd name="connsiteX2" fmla="*/ 6256130 w 7354754"/>
              <a:gd name="connsiteY2" fmla="*/ 4574495 h 4574495"/>
              <a:gd name="connsiteX3" fmla="*/ 0 w 7354754"/>
              <a:gd name="connsiteY3" fmla="*/ 4574495 h 457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4754" h="4574495">
                <a:moveTo>
                  <a:pt x="0" y="0"/>
                </a:moveTo>
                <a:lnTo>
                  <a:pt x="7354754" y="0"/>
                </a:lnTo>
                <a:lnTo>
                  <a:pt x="6256130" y="4574495"/>
                </a:lnTo>
                <a:lnTo>
                  <a:pt x="0" y="457449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11" name="Рисунок 82">
            <a:extLst>
              <a:ext uri="{FF2B5EF4-FFF2-40B4-BE49-F238E27FC236}">
                <a16:creationId xmlns:a16="http://schemas.microsoft.com/office/drawing/2014/main" id="{C9CA1AE7-E8C7-4A85-8AFC-AD924F33D6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23520" b="35217"/>
          <a:stretch/>
        </p:blipFill>
        <p:spPr>
          <a:xfrm>
            <a:off x="3579971" y="2120900"/>
            <a:ext cx="3595042" cy="3721889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F586D425-74B3-4E43-B34F-117430617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75003"/>
            <a:ext cx="4889500" cy="1107996"/>
          </a:xfrm>
        </p:spPr>
        <p:txBody>
          <a:bodyPr anchor="ctr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 короткая фраза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067C3-07A2-49F7-98B6-8D64BBEE3E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361099"/>
            <a:ext cx="488950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6F56C-B103-47FC-8B84-4F5467FF7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168468"/>
            <a:ext cx="48895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E024F7D9-2AB3-6D14-B373-EC126A2DD1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11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роткая фраз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E061-5F58-422F-A512-9463E3277201}"/>
              </a:ext>
            </a:extLst>
          </p:cNvPr>
          <p:cNvSpPr/>
          <p:nvPr userDrawn="1"/>
        </p:nvSpPr>
        <p:spPr>
          <a:xfrm>
            <a:off x="-1" y="1141753"/>
            <a:ext cx="12192000" cy="457449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9C1733-F1DE-4FBF-8EA8-C8FEE7948AF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lum bright="70000" contrast="-70000"/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t="21702" r="8705" b="6617"/>
          <a:stretch/>
        </p:blipFill>
        <p:spPr>
          <a:xfrm>
            <a:off x="21716" y="1141753"/>
            <a:ext cx="12192000" cy="45744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cxnSp>
        <p:nvCxnSpPr>
          <p:cNvPr id="8" name="Прямая соединительная линия 5">
            <a:extLst>
              <a:ext uri="{FF2B5EF4-FFF2-40B4-BE49-F238E27FC236}">
                <a16:creationId xmlns:a16="http://schemas.microsoft.com/office/drawing/2014/main" id="{397FC5C2-F13C-4545-9772-EC697CBFC059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82">
            <a:extLst>
              <a:ext uri="{FF2B5EF4-FFF2-40B4-BE49-F238E27FC236}">
                <a16:creationId xmlns:a16="http://schemas.microsoft.com/office/drawing/2014/main" id="{69F71186-8403-4694-AD30-E0138038B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8278116" y="1664267"/>
            <a:ext cx="3913884" cy="40519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4A8AFAC-E4B3-4B1C-9D19-1914F6B0B6E4}"/>
              </a:ext>
            </a:extLst>
          </p:cNvPr>
          <p:cNvGrpSpPr/>
          <p:nvPr userDrawn="1"/>
        </p:nvGrpSpPr>
        <p:grpSpPr>
          <a:xfrm>
            <a:off x="-1" y="971550"/>
            <a:ext cx="12213717" cy="4914900"/>
            <a:chOff x="-1" y="958707"/>
            <a:chExt cx="12213717" cy="49149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A4ED0F-1C60-4B2D-8732-019F0A5B55E6}"/>
                </a:ext>
              </a:extLst>
            </p:cNvPr>
            <p:cNvCxnSpPr/>
            <p:nvPr userDrawn="1"/>
          </p:nvCxnSpPr>
          <p:spPr>
            <a:xfrm>
              <a:off x="-1" y="9587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3C465-EB69-451D-83EB-77C16C5C0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58736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Заголовок 6">
            <a:extLst>
              <a:ext uri="{FF2B5EF4-FFF2-40B4-BE49-F238E27FC236}">
                <a16:creationId xmlns:a16="http://schemas.microsoft.com/office/drawing/2014/main" id="{892C7CF8-ECA8-456D-8502-12A805011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3172183"/>
            <a:ext cx="8763000" cy="1107996"/>
          </a:xfrm>
        </p:spPr>
        <p:txBody>
          <a:bodyPr anchor="ctr"/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</a:t>
            </a:r>
            <a:br>
              <a:rPr lang="ru-RU" dirty="0"/>
            </a:br>
            <a:r>
              <a:rPr lang="ru-RU" dirty="0"/>
              <a:t>короткая фраза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CFAC486-CBF0-4911-B71D-B6454A7C1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43175" y="2658279"/>
            <a:ext cx="710565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2D4709-CFED-4B57-9602-F4092BAE5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175" y="4465648"/>
            <a:ext cx="710565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91745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6234433" y="-2001"/>
            <a:ext cx="1295226" cy="30777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0000" dirty="0">
                <a:solidFill>
                  <a:schemeClr val="accent6"/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0000" dirty="0">
              <a:solidFill>
                <a:schemeClr val="accent6"/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1482343" y="614861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97000">
                <a:schemeClr val="accent1">
                  <a:alpha val="0"/>
                </a:schemeClr>
              </a:gs>
            </a:gsLst>
            <a:lin ang="27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00" y="907469"/>
            <a:ext cx="4535424" cy="5043062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7926" y="1756728"/>
            <a:ext cx="4337480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480" y="5102216"/>
            <a:ext cx="3598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480" y="5436324"/>
            <a:ext cx="359892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1" name="Рисунок 3">
            <a:extLst>
              <a:ext uri="{FF2B5EF4-FFF2-40B4-BE49-F238E27FC236}">
                <a16:creationId xmlns:a16="http://schemas.microsoft.com/office/drawing/2014/main" id="{A4059312-34A3-4744-9CE7-21BE1EE101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5072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FC6160-933D-499C-B287-530D279E42F6}"/>
              </a:ext>
            </a:extLst>
          </p:cNvPr>
          <p:cNvSpPr txBox="1"/>
          <p:nvPr userDrawn="1"/>
        </p:nvSpPr>
        <p:spPr>
          <a:xfrm>
            <a:off x="538548" y="314325"/>
            <a:ext cx="1865895" cy="44319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8800" dirty="0">
                <a:solidFill>
                  <a:schemeClr val="accent6">
                    <a:alpha val="12000"/>
                  </a:schemeClr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8800" dirty="0">
              <a:solidFill>
                <a:schemeClr val="accent6">
                  <a:alpha val="12000"/>
                </a:schemeClr>
              </a:solidFill>
              <a:latin typeface="+mj-lt"/>
              <a:ea typeface="Inter" panose="020B0504000000000000" pitchFamily="34" charset="-52"/>
            </a:endParaRPr>
          </a:p>
        </p:txBody>
      </p:sp>
      <p:pic>
        <p:nvPicPr>
          <p:cNvPr id="13" name="Рисунок 3">
            <a:extLst>
              <a:ext uri="{FF2B5EF4-FFF2-40B4-BE49-F238E27FC236}">
                <a16:creationId xmlns:a16="http://schemas.microsoft.com/office/drawing/2014/main" id="{6A6D4F4D-C871-4F62-A945-7BF14883F75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495" y="311312"/>
            <a:ext cx="11880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561932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E5D02-CB2E-4153-A775-5875A722BA6A}"/>
              </a:ext>
            </a:extLst>
          </p:cNvPr>
          <p:cNvSpPr/>
          <p:nvPr userDrawn="1"/>
        </p:nvSpPr>
        <p:spPr>
          <a:xfrm>
            <a:off x="605554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6230" y="0"/>
            <a:ext cx="579577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754112"/>
            <a:ext cx="45134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678" y="5102216"/>
            <a:ext cx="450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78" y="5436324"/>
            <a:ext cx="4506265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1202612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7983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8137645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839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12192001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4056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7074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7F340F0-E409-49B7-9AC5-F5257A7DCA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769331"/>
            <a:ext cx="12191997" cy="457590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3042500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480100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4502276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F0381E-3A97-48F7-BC89-D64B4BE07B0C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49BDE51-1414-428A-92F1-5A79B44F5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1B74C391-3E32-E0E2-1FEB-E9A03A73F7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7958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F48BF80-820B-4E7F-8E1B-8F2FDDAB63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4510B38C-D2F7-E168-2CDF-F978080C3F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2985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фотографией на прозрачном фон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3226252"/>
            <a:ext cx="5646399" cy="101566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2719750"/>
            <a:ext cx="5646399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50BB05-5048-49ED-8299-2B4E13DC7B05}"/>
              </a:ext>
            </a:extLst>
          </p:cNvPr>
          <p:cNvSpPr/>
          <p:nvPr userDrawn="1"/>
        </p:nvSpPr>
        <p:spPr>
          <a:xfrm>
            <a:off x="6854701" y="0"/>
            <a:ext cx="4953000" cy="6858000"/>
          </a:xfrm>
          <a:prstGeom prst="parallelogram">
            <a:avLst>
              <a:gd name="adj" fmla="val 33016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893646B-1B1A-4AF3-96AC-431E4DC9FC8C}"/>
              </a:ext>
            </a:extLst>
          </p:cNvPr>
          <p:cNvSpPr/>
          <p:nvPr userDrawn="1"/>
        </p:nvSpPr>
        <p:spPr>
          <a:xfrm rot="10800000">
            <a:off x="6679888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4B0E331-9DE8-4CDE-8EC8-AE3BDF142FB1}"/>
              </a:ext>
            </a:extLst>
          </p:cNvPr>
          <p:cNvSpPr/>
          <p:nvPr userDrawn="1"/>
        </p:nvSpPr>
        <p:spPr>
          <a:xfrm rot="10800000">
            <a:off x="9436100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6D9F0BC-F3EF-40D6-ACE3-04CB7CE323AC}"/>
              </a:ext>
            </a:extLst>
          </p:cNvPr>
          <p:cNvSpPr/>
          <p:nvPr userDrawn="1"/>
        </p:nvSpPr>
        <p:spPr>
          <a:xfrm rot="10800000">
            <a:off x="9795973" y="0"/>
            <a:ext cx="2371601" cy="4253049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75C1BAA-F52A-4AC4-B31E-9E2FE68196FB}"/>
              </a:ext>
            </a:extLst>
          </p:cNvPr>
          <p:cNvSpPr/>
          <p:nvPr userDrawn="1"/>
        </p:nvSpPr>
        <p:spPr>
          <a:xfrm>
            <a:off x="9839803" y="2604951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70B1A3-E8AD-4745-B504-CF22EE6FB2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231566"/>
            <a:ext cx="5646399" cy="578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4800"/>
              </a:lnSpc>
              <a:buNone/>
              <a:defRPr lang="en-US" sz="360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В две или три строки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FE6F6F-2C5A-4EBD-94D9-A848AD5BB7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8FB3386-438F-4586-9B4C-D202D909F4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137" y="495215"/>
            <a:ext cx="1558275" cy="47702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73D3B3-185C-4E02-A8C5-6D74EDB79CC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7C61016-DA90-4C5D-9705-F10D9A7099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875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3372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CE01FE9-9E94-4FEA-85AF-35135FE435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07AF905-B7C7-4149-AB01-2B5A4925C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90391"/>
            <a:ext cx="5646399" cy="1077218"/>
          </a:xfrm>
        </p:spPr>
        <p:txBody>
          <a:bodyPr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lang="ru-RU" sz="40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0D6C9-B406-4BBA-9EC3-81D39D75412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2F87F39-1C38-4B08-A58F-542078A7C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916AD6F4-AC1A-3BC1-45D0-D5E8638CE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1791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all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35B5FEA-67EF-4774-9AFF-BCC51952A1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E0AEE9BF-97A7-7558-D344-CDAA072E10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3436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A14ECB9-5D11-448E-8565-8606AE2C4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DD3AD599-7FEA-CEE1-08DB-1970E04AFE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728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 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40A111E-33E1-44D3-8428-8D9283B233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CFDCE0-2466-4487-9C1B-CE8ABA894EAF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F18AE9A-A89C-460F-AD5B-B3CA7EEBD5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1F6E9A0C-65A7-50B1-68A3-4481531E6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5680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2587669"/>
            <a:ext cx="5646399" cy="61555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22" descr="A picture containing table&#10;&#10;Description automatically generated">
            <a:extLst>
              <a:ext uri="{FF2B5EF4-FFF2-40B4-BE49-F238E27FC236}">
                <a16:creationId xmlns:a16="http://schemas.microsoft.com/office/drawing/2014/main" id="{8B25C531-708C-4945-8B83-E756EE6ED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8759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731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ru-RU" dirty="0"/>
              <a:t>Вторая строчка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3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35727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4183898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534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149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4036057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1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654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2929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D68CF29-070B-4282-BF53-C3A10620C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30413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4178853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6" name="Picture 16" descr="A screenshot of a flat screen television&#10;&#10;Description automatically generated">
            <a:extLst>
              <a:ext uri="{FF2B5EF4-FFF2-40B4-BE49-F238E27FC236}">
                <a16:creationId xmlns:a16="http://schemas.microsoft.com/office/drawing/2014/main" id="{468BE97C-7BE9-4254-ADB9-BBADE1E30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111" y="1179094"/>
            <a:ext cx="9550185" cy="5639383"/>
          </a:xfrm>
          <a:prstGeom prst="rect">
            <a:avLst/>
          </a:prstGeom>
        </p:spPr>
      </p:pic>
      <p:sp>
        <p:nvSpPr>
          <p:cNvPr id="8" name="Рисунок 3">
            <a:extLst>
              <a:ext uri="{FF2B5EF4-FFF2-40B4-BE49-F238E27FC236}">
                <a16:creationId xmlns:a16="http://schemas.microsoft.com/office/drawing/2014/main" id="{D4E40A85-C800-414C-BEE1-B578D5514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4913" y="1516856"/>
            <a:ext cx="6238875" cy="381952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881128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22">
            <a:extLst>
              <a:ext uri="{FF2B5EF4-FFF2-40B4-BE49-F238E27FC236}">
                <a16:creationId xmlns:a16="http://schemas.microsoft.com/office/drawing/2014/main" id="{C784C029-6C93-413D-8699-4362434FD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</a:blip>
          <a:srcRect l="34033" t="15463" r="28889" b="14498"/>
          <a:stretch/>
        </p:blipFill>
        <p:spPr>
          <a:xfrm>
            <a:off x="8442477" y="1060171"/>
            <a:ext cx="2918577" cy="5513074"/>
          </a:xfrm>
          <a:prstGeom prst="rect">
            <a:avLst/>
          </a:prstGeom>
          <a:noFill/>
          <a:ln>
            <a:noFill/>
          </a:ln>
          <a:effectLst>
            <a:outerShdw blurRad="342900" dist="114300" dir="2700000" algn="tl" rotWithShape="0">
              <a:srgbClr val="000000">
                <a:alpha val="30980"/>
              </a:srgbClr>
            </a:outerShdw>
          </a:effectLst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D48C7C90-CD98-4D00-8F58-3DFE15D1F7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20589" y="1435154"/>
            <a:ext cx="2200456" cy="4779909"/>
          </a:xfrm>
          <a:custGeom>
            <a:avLst/>
            <a:gdLst>
              <a:gd name="connsiteX0" fmla="*/ 394614 w 1920529"/>
              <a:gd name="connsiteY0" fmla="*/ 295 h 4171841"/>
              <a:gd name="connsiteX1" fmla="*/ 433387 w 1920529"/>
              <a:gd name="connsiteY1" fmla="*/ 32559 h 4171841"/>
              <a:gd name="connsiteX2" fmla="*/ 439896 w 1920529"/>
              <a:gd name="connsiteY2" fmla="*/ 66237 h 4171841"/>
              <a:gd name="connsiteX3" fmla="*/ 496498 w 1920529"/>
              <a:gd name="connsiteY3" fmla="*/ 136991 h 4171841"/>
              <a:gd name="connsiteX4" fmla="*/ 622911 w 1920529"/>
              <a:gd name="connsiteY4" fmla="*/ 165009 h 4171841"/>
              <a:gd name="connsiteX5" fmla="*/ 1301480 w 1920529"/>
              <a:gd name="connsiteY5" fmla="*/ 165009 h 4171841"/>
              <a:gd name="connsiteX6" fmla="*/ 1413082 w 1920529"/>
              <a:gd name="connsiteY6" fmla="*/ 142934 h 4171841"/>
              <a:gd name="connsiteX7" fmla="*/ 1487325 w 1920529"/>
              <a:gd name="connsiteY7" fmla="*/ 46427 h 4171841"/>
              <a:gd name="connsiteX8" fmla="*/ 1541191 w 1920529"/>
              <a:gd name="connsiteY8" fmla="*/ 295 h 4171841"/>
              <a:gd name="connsiteX9" fmla="*/ 1690244 w 1920529"/>
              <a:gd name="connsiteY9" fmla="*/ 484 h 4171841"/>
              <a:gd name="connsiteX10" fmla="*/ 1809864 w 1920529"/>
              <a:gd name="connsiteY10" fmla="*/ 27182 h 4171841"/>
              <a:gd name="connsiteX11" fmla="*/ 1912599 w 1920529"/>
              <a:gd name="connsiteY11" fmla="*/ 180480 h 4171841"/>
              <a:gd name="connsiteX12" fmla="*/ 1920145 w 1920529"/>
              <a:gd name="connsiteY12" fmla="*/ 329062 h 4171841"/>
              <a:gd name="connsiteX13" fmla="*/ 1920428 w 1920529"/>
              <a:gd name="connsiteY13" fmla="*/ 2963247 h 4171841"/>
              <a:gd name="connsiteX14" fmla="*/ 1920334 w 1920529"/>
              <a:gd name="connsiteY14" fmla="*/ 3268147 h 4171841"/>
              <a:gd name="connsiteX15" fmla="*/ 1917409 w 1920529"/>
              <a:gd name="connsiteY15" fmla="*/ 3893887 h 4171841"/>
              <a:gd name="connsiteX16" fmla="*/ 1912881 w 1920529"/>
              <a:gd name="connsiteY16" fmla="*/ 4001431 h 4171841"/>
              <a:gd name="connsiteX17" fmla="*/ 1766092 w 1920529"/>
              <a:gd name="connsiteY17" fmla="*/ 4161993 h 4171841"/>
              <a:gd name="connsiteX18" fmla="*/ 1675246 w 1920529"/>
              <a:gd name="connsiteY18" fmla="*/ 4171427 h 4171841"/>
              <a:gd name="connsiteX19" fmla="*/ 246976 w 1920529"/>
              <a:gd name="connsiteY19" fmla="*/ 4171616 h 4171841"/>
              <a:gd name="connsiteX20" fmla="*/ 125186 w 1920529"/>
              <a:gd name="connsiteY20" fmla="*/ 4153787 h 4171841"/>
              <a:gd name="connsiteX21" fmla="*/ 43867 w 1920529"/>
              <a:gd name="connsiteY21" fmla="*/ 4090297 h 4171841"/>
              <a:gd name="connsiteX22" fmla="*/ 6604 w 1920529"/>
              <a:gd name="connsiteY22" fmla="*/ 3969451 h 4171841"/>
              <a:gd name="connsiteX23" fmla="*/ 0 w 1920529"/>
              <a:gd name="connsiteY23" fmla="*/ 2066664 h 4171841"/>
              <a:gd name="connsiteX24" fmla="*/ 2170 w 1920529"/>
              <a:gd name="connsiteY24" fmla="*/ 2066664 h 4171841"/>
              <a:gd name="connsiteX25" fmla="*/ 2548 w 1920529"/>
              <a:gd name="connsiteY25" fmla="*/ 303685 h 4171841"/>
              <a:gd name="connsiteX26" fmla="*/ 11321 w 1920529"/>
              <a:gd name="connsiteY26" fmla="*/ 171330 h 4171841"/>
              <a:gd name="connsiteX27" fmla="*/ 181695 w 1920529"/>
              <a:gd name="connsiteY27" fmla="*/ 5107 h 4171841"/>
              <a:gd name="connsiteX28" fmla="*/ 252447 w 1920529"/>
              <a:gd name="connsiteY28" fmla="*/ 484 h 4171841"/>
              <a:gd name="connsiteX29" fmla="*/ 394614 w 1920529"/>
              <a:gd name="connsiteY29" fmla="*/ 295 h 417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20529" h="4171841">
                <a:moveTo>
                  <a:pt x="394614" y="295"/>
                </a:moveTo>
                <a:cubicBezTo>
                  <a:pt x="420934" y="484"/>
                  <a:pt x="428009" y="6805"/>
                  <a:pt x="433387" y="32559"/>
                </a:cubicBezTo>
                <a:cubicBezTo>
                  <a:pt x="435651" y="43786"/>
                  <a:pt x="437538" y="55106"/>
                  <a:pt x="439896" y="66237"/>
                </a:cubicBezTo>
                <a:cubicBezTo>
                  <a:pt x="446972" y="99161"/>
                  <a:pt x="466688" y="121897"/>
                  <a:pt x="496498" y="136991"/>
                </a:cubicBezTo>
                <a:cubicBezTo>
                  <a:pt x="536308" y="157085"/>
                  <a:pt x="579044" y="164820"/>
                  <a:pt x="622911" y="165009"/>
                </a:cubicBezTo>
                <a:cubicBezTo>
                  <a:pt x="849132" y="165574"/>
                  <a:pt x="1075353" y="165480"/>
                  <a:pt x="1301480" y="165009"/>
                </a:cubicBezTo>
                <a:cubicBezTo>
                  <a:pt x="1339782" y="164915"/>
                  <a:pt x="1377233" y="158027"/>
                  <a:pt x="1413082" y="142934"/>
                </a:cubicBezTo>
                <a:cubicBezTo>
                  <a:pt x="1456571" y="124633"/>
                  <a:pt x="1480627" y="92841"/>
                  <a:pt x="1487325" y="46427"/>
                </a:cubicBezTo>
                <a:cubicBezTo>
                  <a:pt x="1493740" y="1994"/>
                  <a:pt x="1496382" y="295"/>
                  <a:pt x="1541191" y="295"/>
                </a:cubicBezTo>
                <a:cubicBezTo>
                  <a:pt x="1590907" y="295"/>
                  <a:pt x="1640529" y="-82"/>
                  <a:pt x="1690244" y="484"/>
                </a:cubicBezTo>
                <a:cubicBezTo>
                  <a:pt x="1731848" y="956"/>
                  <a:pt x="1772696" y="6994"/>
                  <a:pt x="1809864" y="27182"/>
                </a:cubicBezTo>
                <a:cubicBezTo>
                  <a:pt x="1870713" y="60200"/>
                  <a:pt x="1905711" y="111991"/>
                  <a:pt x="1912599" y="180480"/>
                </a:cubicBezTo>
                <a:cubicBezTo>
                  <a:pt x="1917598" y="229724"/>
                  <a:pt x="1920145" y="279534"/>
                  <a:pt x="1920145" y="329062"/>
                </a:cubicBezTo>
                <a:cubicBezTo>
                  <a:pt x="1920523" y="1207155"/>
                  <a:pt x="1920428" y="2085155"/>
                  <a:pt x="1920428" y="2963247"/>
                </a:cubicBezTo>
                <a:cubicBezTo>
                  <a:pt x="1920428" y="3064849"/>
                  <a:pt x="1920711" y="3166544"/>
                  <a:pt x="1920334" y="3268147"/>
                </a:cubicBezTo>
                <a:cubicBezTo>
                  <a:pt x="1919579" y="3476726"/>
                  <a:pt x="1918730" y="3685306"/>
                  <a:pt x="1917409" y="3893887"/>
                </a:cubicBezTo>
                <a:cubicBezTo>
                  <a:pt x="1917221" y="3929735"/>
                  <a:pt x="1915334" y="3965677"/>
                  <a:pt x="1912881" y="4001431"/>
                </a:cubicBezTo>
                <a:cubicBezTo>
                  <a:pt x="1907410" y="4080204"/>
                  <a:pt x="1847789" y="4146145"/>
                  <a:pt x="1766092" y="4161993"/>
                </a:cubicBezTo>
                <a:cubicBezTo>
                  <a:pt x="1736281" y="4167749"/>
                  <a:pt x="1705528" y="4171333"/>
                  <a:pt x="1675246" y="4171427"/>
                </a:cubicBezTo>
                <a:cubicBezTo>
                  <a:pt x="1199124" y="4171994"/>
                  <a:pt x="723097" y="4171900"/>
                  <a:pt x="246976" y="4171616"/>
                </a:cubicBezTo>
                <a:cubicBezTo>
                  <a:pt x="205750" y="4171616"/>
                  <a:pt x="164808" y="4166805"/>
                  <a:pt x="125186" y="4153787"/>
                </a:cubicBezTo>
                <a:cubicBezTo>
                  <a:pt x="90281" y="4142371"/>
                  <a:pt x="63207" y="4121335"/>
                  <a:pt x="43867" y="4090297"/>
                </a:cubicBezTo>
                <a:cubicBezTo>
                  <a:pt x="20849" y="4053317"/>
                  <a:pt x="6698" y="4013978"/>
                  <a:pt x="6604" y="3969451"/>
                </a:cubicBezTo>
                <a:cubicBezTo>
                  <a:pt x="4623" y="3335126"/>
                  <a:pt x="2264" y="2700895"/>
                  <a:pt x="0" y="2066664"/>
                </a:cubicBezTo>
                <a:cubicBezTo>
                  <a:pt x="755" y="2066664"/>
                  <a:pt x="1510" y="2066664"/>
                  <a:pt x="2170" y="2066664"/>
                </a:cubicBezTo>
                <a:cubicBezTo>
                  <a:pt x="2170" y="1479036"/>
                  <a:pt x="1981" y="891314"/>
                  <a:pt x="2548" y="303685"/>
                </a:cubicBezTo>
                <a:cubicBezTo>
                  <a:pt x="2548" y="259535"/>
                  <a:pt x="5944" y="215102"/>
                  <a:pt x="11321" y="171330"/>
                </a:cubicBezTo>
                <a:cubicBezTo>
                  <a:pt x="23679" y="71710"/>
                  <a:pt x="102829" y="15107"/>
                  <a:pt x="181695" y="5107"/>
                </a:cubicBezTo>
                <a:cubicBezTo>
                  <a:pt x="205090" y="2182"/>
                  <a:pt x="228863" y="768"/>
                  <a:pt x="252447" y="484"/>
                </a:cubicBezTo>
                <a:cubicBezTo>
                  <a:pt x="299805" y="-270"/>
                  <a:pt x="347256" y="13"/>
                  <a:pt x="394614" y="295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46983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95D247D2-83AF-4DB7-BBBE-5F11EF9958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5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Рисунок 10">
            <a:extLst>
              <a:ext uri="{FF2B5EF4-FFF2-40B4-BE49-F238E27FC236}">
                <a16:creationId xmlns:a16="http://schemas.microsoft.com/office/drawing/2014/main" id="{F6C1A6F8-E482-4CD3-B793-FB37F40D25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3550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2" name="Рисунок 10">
            <a:extLst>
              <a:ext uri="{FF2B5EF4-FFF2-40B4-BE49-F238E27FC236}">
                <a16:creationId xmlns:a16="http://schemas.microsoft.com/office/drawing/2014/main" id="{14172962-67DB-49D3-B3D9-994E0D2458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8206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3" name="Рисунок 10">
            <a:extLst>
              <a:ext uri="{FF2B5EF4-FFF2-40B4-BE49-F238E27FC236}">
                <a16:creationId xmlns:a16="http://schemas.microsoft.com/office/drawing/2014/main" id="{ABC80502-55AA-425A-A0D5-5AB24ACACD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91275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4" name="Рисунок 10">
            <a:extLst>
              <a:ext uri="{FF2B5EF4-FFF2-40B4-BE49-F238E27FC236}">
                <a16:creationId xmlns:a16="http://schemas.microsoft.com/office/drawing/2014/main" id="{B4385FE8-FF45-4D1A-A3A6-BD013E519AC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83550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5" name="Рисунок 10">
            <a:extLst>
              <a:ext uri="{FF2B5EF4-FFF2-40B4-BE49-F238E27FC236}">
                <a16:creationId xmlns:a16="http://schemas.microsoft.com/office/drawing/2014/main" id="{2C5D671B-ADA7-4ED6-BFE9-E07133738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78206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6" name="Рисунок 10">
            <a:extLst>
              <a:ext uri="{FF2B5EF4-FFF2-40B4-BE49-F238E27FC236}">
                <a16:creationId xmlns:a16="http://schemas.microsoft.com/office/drawing/2014/main" id="{BA0C9B24-D7DB-47FE-AC55-D65EF4D832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1275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B08A2850-6739-4559-B58D-9D7A351CE6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83550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8" name="Рисунок 10">
            <a:extLst>
              <a:ext uri="{FF2B5EF4-FFF2-40B4-BE49-F238E27FC236}">
                <a16:creationId xmlns:a16="http://schemas.microsoft.com/office/drawing/2014/main" id="{0D21383A-808B-4C97-9A6F-83EE82AF228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78206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304393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E9E0BF2-5738-4018-ABD3-24A059B08F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6" y="2134253"/>
            <a:ext cx="5029697" cy="2872836"/>
          </a:xfrm>
          <a:custGeom>
            <a:avLst/>
            <a:gdLst>
              <a:gd name="connsiteX0" fmla="*/ 3386931 w 5029697"/>
              <a:gd name="connsiteY0" fmla="*/ 1950245 h 2872836"/>
              <a:gd name="connsiteX1" fmla="*/ 5029697 w 5029697"/>
              <a:gd name="connsiteY1" fmla="*/ 1950245 h 2872836"/>
              <a:gd name="connsiteX2" fmla="*/ 5029697 w 5029697"/>
              <a:gd name="connsiteY2" fmla="*/ 2872836 h 2872836"/>
              <a:gd name="connsiteX3" fmla="*/ 3386931 w 5029697"/>
              <a:gd name="connsiteY3" fmla="*/ 2872836 h 2872836"/>
              <a:gd name="connsiteX4" fmla="*/ 1692275 w 5029697"/>
              <a:gd name="connsiteY4" fmla="*/ 1950245 h 2872836"/>
              <a:gd name="connsiteX5" fmla="*/ 3335041 w 5029697"/>
              <a:gd name="connsiteY5" fmla="*/ 1950245 h 2872836"/>
              <a:gd name="connsiteX6" fmla="*/ 3335041 w 5029697"/>
              <a:gd name="connsiteY6" fmla="*/ 2872836 h 2872836"/>
              <a:gd name="connsiteX7" fmla="*/ 1692275 w 5029697"/>
              <a:gd name="connsiteY7" fmla="*/ 2872836 h 2872836"/>
              <a:gd name="connsiteX8" fmla="*/ 0 w 5029697"/>
              <a:gd name="connsiteY8" fmla="*/ 1950245 h 2872836"/>
              <a:gd name="connsiteX9" fmla="*/ 1642766 w 5029697"/>
              <a:gd name="connsiteY9" fmla="*/ 1950245 h 2872836"/>
              <a:gd name="connsiteX10" fmla="*/ 1642766 w 5029697"/>
              <a:gd name="connsiteY10" fmla="*/ 2872836 h 2872836"/>
              <a:gd name="connsiteX11" fmla="*/ 0 w 5029697"/>
              <a:gd name="connsiteY11" fmla="*/ 2872836 h 2872836"/>
              <a:gd name="connsiteX12" fmla="*/ 3386931 w 5029697"/>
              <a:gd name="connsiteY12" fmla="*/ 971551 h 2872836"/>
              <a:gd name="connsiteX13" fmla="*/ 5029697 w 5029697"/>
              <a:gd name="connsiteY13" fmla="*/ 971551 h 2872836"/>
              <a:gd name="connsiteX14" fmla="*/ 5029697 w 5029697"/>
              <a:gd name="connsiteY14" fmla="*/ 1894142 h 2872836"/>
              <a:gd name="connsiteX15" fmla="*/ 3386931 w 5029697"/>
              <a:gd name="connsiteY15" fmla="*/ 1894142 h 2872836"/>
              <a:gd name="connsiteX16" fmla="*/ 1692275 w 5029697"/>
              <a:gd name="connsiteY16" fmla="*/ 971551 h 2872836"/>
              <a:gd name="connsiteX17" fmla="*/ 3335041 w 5029697"/>
              <a:gd name="connsiteY17" fmla="*/ 971551 h 2872836"/>
              <a:gd name="connsiteX18" fmla="*/ 3335041 w 5029697"/>
              <a:gd name="connsiteY18" fmla="*/ 1894142 h 2872836"/>
              <a:gd name="connsiteX19" fmla="*/ 1692275 w 5029697"/>
              <a:gd name="connsiteY19" fmla="*/ 1894142 h 2872836"/>
              <a:gd name="connsiteX20" fmla="*/ 0 w 5029697"/>
              <a:gd name="connsiteY20" fmla="*/ 971551 h 2872836"/>
              <a:gd name="connsiteX21" fmla="*/ 1642766 w 5029697"/>
              <a:gd name="connsiteY21" fmla="*/ 971551 h 2872836"/>
              <a:gd name="connsiteX22" fmla="*/ 1642766 w 5029697"/>
              <a:gd name="connsiteY22" fmla="*/ 1894142 h 2872836"/>
              <a:gd name="connsiteX23" fmla="*/ 0 w 5029697"/>
              <a:gd name="connsiteY23" fmla="*/ 1894142 h 2872836"/>
              <a:gd name="connsiteX24" fmla="*/ 3386931 w 5029697"/>
              <a:gd name="connsiteY24" fmla="*/ 0 h 2872836"/>
              <a:gd name="connsiteX25" fmla="*/ 5029697 w 5029697"/>
              <a:gd name="connsiteY25" fmla="*/ 0 h 2872836"/>
              <a:gd name="connsiteX26" fmla="*/ 5029697 w 5029697"/>
              <a:gd name="connsiteY26" fmla="*/ 922591 h 2872836"/>
              <a:gd name="connsiteX27" fmla="*/ 3386931 w 5029697"/>
              <a:gd name="connsiteY27" fmla="*/ 922591 h 2872836"/>
              <a:gd name="connsiteX28" fmla="*/ 1692275 w 5029697"/>
              <a:gd name="connsiteY28" fmla="*/ 0 h 2872836"/>
              <a:gd name="connsiteX29" fmla="*/ 3335041 w 5029697"/>
              <a:gd name="connsiteY29" fmla="*/ 0 h 2872836"/>
              <a:gd name="connsiteX30" fmla="*/ 3335041 w 5029697"/>
              <a:gd name="connsiteY30" fmla="*/ 922591 h 2872836"/>
              <a:gd name="connsiteX31" fmla="*/ 1692275 w 5029697"/>
              <a:gd name="connsiteY31" fmla="*/ 922591 h 2872836"/>
              <a:gd name="connsiteX32" fmla="*/ 0 w 5029697"/>
              <a:gd name="connsiteY32" fmla="*/ 0 h 2872836"/>
              <a:gd name="connsiteX33" fmla="*/ 1642766 w 5029697"/>
              <a:gd name="connsiteY33" fmla="*/ 0 h 2872836"/>
              <a:gd name="connsiteX34" fmla="*/ 1642766 w 5029697"/>
              <a:gd name="connsiteY34" fmla="*/ 922591 h 2872836"/>
              <a:gd name="connsiteX35" fmla="*/ 0 w 5029697"/>
              <a:gd name="connsiteY35" fmla="*/ 922591 h 287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029697" h="2872836">
                <a:moveTo>
                  <a:pt x="3386931" y="1950245"/>
                </a:moveTo>
                <a:lnTo>
                  <a:pt x="5029697" y="1950245"/>
                </a:lnTo>
                <a:lnTo>
                  <a:pt x="5029697" y="2872836"/>
                </a:lnTo>
                <a:lnTo>
                  <a:pt x="3386931" y="2872836"/>
                </a:lnTo>
                <a:close/>
                <a:moveTo>
                  <a:pt x="1692275" y="1950245"/>
                </a:moveTo>
                <a:lnTo>
                  <a:pt x="3335041" y="1950245"/>
                </a:lnTo>
                <a:lnTo>
                  <a:pt x="3335041" y="2872836"/>
                </a:lnTo>
                <a:lnTo>
                  <a:pt x="1692275" y="2872836"/>
                </a:lnTo>
                <a:close/>
                <a:moveTo>
                  <a:pt x="0" y="1950245"/>
                </a:moveTo>
                <a:lnTo>
                  <a:pt x="1642766" y="1950245"/>
                </a:lnTo>
                <a:lnTo>
                  <a:pt x="1642766" y="2872836"/>
                </a:lnTo>
                <a:lnTo>
                  <a:pt x="0" y="2872836"/>
                </a:lnTo>
                <a:close/>
                <a:moveTo>
                  <a:pt x="3386931" y="971551"/>
                </a:moveTo>
                <a:lnTo>
                  <a:pt x="5029697" y="971551"/>
                </a:lnTo>
                <a:lnTo>
                  <a:pt x="5029697" y="1894142"/>
                </a:lnTo>
                <a:lnTo>
                  <a:pt x="3386931" y="1894142"/>
                </a:lnTo>
                <a:close/>
                <a:moveTo>
                  <a:pt x="1692275" y="971551"/>
                </a:moveTo>
                <a:lnTo>
                  <a:pt x="3335041" y="971551"/>
                </a:lnTo>
                <a:lnTo>
                  <a:pt x="3335041" y="1894142"/>
                </a:lnTo>
                <a:lnTo>
                  <a:pt x="1692275" y="1894142"/>
                </a:lnTo>
                <a:close/>
                <a:moveTo>
                  <a:pt x="0" y="971551"/>
                </a:moveTo>
                <a:lnTo>
                  <a:pt x="1642766" y="971551"/>
                </a:lnTo>
                <a:lnTo>
                  <a:pt x="1642766" y="1894142"/>
                </a:lnTo>
                <a:lnTo>
                  <a:pt x="0" y="1894142"/>
                </a:lnTo>
                <a:close/>
                <a:moveTo>
                  <a:pt x="3386931" y="0"/>
                </a:moveTo>
                <a:lnTo>
                  <a:pt x="5029697" y="0"/>
                </a:lnTo>
                <a:lnTo>
                  <a:pt x="5029697" y="922591"/>
                </a:lnTo>
                <a:lnTo>
                  <a:pt x="3386931" y="922591"/>
                </a:lnTo>
                <a:close/>
                <a:moveTo>
                  <a:pt x="1692275" y="0"/>
                </a:moveTo>
                <a:lnTo>
                  <a:pt x="3335041" y="0"/>
                </a:lnTo>
                <a:lnTo>
                  <a:pt x="3335041" y="922591"/>
                </a:lnTo>
                <a:lnTo>
                  <a:pt x="1692275" y="922591"/>
                </a:lnTo>
                <a:close/>
                <a:moveTo>
                  <a:pt x="0" y="0"/>
                </a:moveTo>
                <a:lnTo>
                  <a:pt x="1642766" y="0"/>
                </a:lnTo>
                <a:lnTo>
                  <a:pt x="1642766" y="922591"/>
                </a:lnTo>
                <a:lnTo>
                  <a:pt x="0" y="922591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995975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F6637E-FA25-4ED5-9B39-BB5355F46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92663"/>
            <a:ext cx="5003800" cy="4304219"/>
          </a:xfrm>
          <a:custGeom>
            <a:avLst/>
            <a:gdLst>
              <a:gd name="connsiteX0" fmla="*/ 0 w 5003800"/>
              <a:gd name="connsiteY0" fmla="*/ 0 h 4304219"/>
              <a:gd name="connsiteX1" fmla="*/ 4945478 w 5003800"/>
              <a:gd name="connsiteY1" fmla="*/ 0 h 4304219"/>
              <a:gd name="connsiteX2" fmla="*/ 5003800 w 5003800"/>
              <a:gd name="connsiteY2" fmla="*/ 58322 h 4304219"/>
              <a:gd name="connsiteX3" fmla="*/ 5003800 w 5003800"/>
              <a:gd name="connsiteY3" fmla="*/ 4245897 h 4304219"/>
              <a:gd name="connsiteX4" fmla="*/ 4945478 w 5003800"/>
              <a:gd name="connsiteY4" fmla="*/ 4304219 h 4304219"/>
              <a:gd name="connsiteX5" fmla="*/ 0 w 5003800"/>
              <a:gd name="connsiteY5" fmla="*/ 4304219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3800" h="4304219">
                <a:moveTo>
                  <a:pt x="0" y="0"/>
                </a:moveTo>
                <a:lnTo>
                  <a:pt x="4945478" y="0"/>
                </a:lnTo>
                <a:cubicBezTo>
                  <a:pt x="4977688" y="0"/>
                  <a:pt x="5003800" y="26112"/>
                  <a:pt x="5003800" y="58322"/>
                </a:cubicBezTo>
                <a:lnTo>
                  <a:pt x="5003800" y="4245897"/>
                </a:lnTo>
                <a:cubicBezTo>
                  <a:pt x="5003800" y="4278107"/>
                  <a:pt x="4977688" y="4304219"/>
                  <a:pt x="4945478" y="4304219"/>
                </a:cubicBezTo>
                <a:lnTo>
                  <a:pt x="0" y="4304219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377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045974-98BC-4F9A-898B-5BB22DDB34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4988" y="1292662"/>
            <a:ext cx="5001012" cy="4304219"/>
          </a:xfrm>
          <a:custGeom>
            <a:avLst/>
            <a:gdLst>
              <a:gd name="connsiteX0" fmla="*/ 58322 w 5001012"/>
              <a:gd name="connsiteY0" fmla="*/ 0 h 4304219"/>
              <a:gd name="connsiteX1" fmla="*/ 5001012 w 5001012"/>
              <a:gd name="connsiteY1" fmla="*/ 0 h 4304219"/>
              <a:gd name="connsiteX2" fmla="*/ 5001012 w 5001012"/>
              <a:gd name="connsiteY2" fmla="*/ 1 h 4304219"/>
              <a:gd name="connsiteX3" fmla="*/ 5001012 w 5001012"/>
              <a:gd name="connsiteY3" fmla="*/ 4304219 h 4304219"/>
              <a:gd name="connsiteX4" fmla="*/ 58322 w 5001012"/>
              <a:gd name="connsiteY4" fmla="*/ 4304219 h 4304219"/>
              <a:gd name="connsiteX5" fmla="*/ 0 w 5001012"/>
              <a:gd name="connsiteY5" fmla="*/ 4245897 h 4304219"/>
              <a:gd name="connsiteX6" fmla="*/ 0 w 5001012"/>
              <a:gd name="connsiteY6" fmla="*/ 58322 h 4304219"/>
              <a:gd name="connsiteX7" fmla="*/ 58322 w 5001012"/>
              <a:gd name="connsiteY7" fmla="*/ 0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012" h="4304219">
                <a:moveTo>
                  <a:pt x="58322" y="0"/>
                </a:moveTo>
                <a:lnTo>
                  <a:pt x="5001012" y="0"/>
                </a:lnTo>
                <a:lnTo>
                  <a:pt x="5001012" y="1"/>
                </a:lnTo>
                <a:lnTo>
                  <a:pt x="5001012" y="4304219"/>
                </a:lnTo>
                <a:lnTo>
                  <a:pt x="58322" y="4304219"/>
                </a:lnTo>
                <a:cubicBezTo>
                  <a:pt x="26112" y="4304219"/>
                  <a:pt x="0" y="4278107"/>
                  <a:pt x="0" y="4245897"/>
                </a:cubicBezTo>
                <a:lnTo>
                  <a:pt x="0" y="58322"/>
                </a:lnTo>
                <a:cubicBezTo>
                  <a:pt x="0" y="26112"/>
                  <a:pt x="26112" y="0"/>
                  <a:pt x="58322" y="0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79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063BE5-C071-41FD-B46E-66E593A01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2201" y="1292662"/>
            <a:ext cx="10007600" cy="4333523"/>
          </a:xfrm>
          <a:prstGeom prst="roundRect">
            <a:avLst>
              <a:gd name="adj" fmla="val 1281"/>
            </a:avLst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862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59C2CC-921F-4753-9DC7-FC2BE6957830}"/>
              </a:ext>
            </a:extLst>
          </p:cNvPr>
          <p:cNvGrpSpPr/>
          <p:nvPr userDrawn="1"/>
        </p:nvGrpSpPr>
        <p:grpSpPr>
          <a:xfrm>
            <a:off x="5024978" y="3109229"/>
            <a:ext cx="2418064" cy="3748771"/>
            <a:chOff x="5024978" y="3109229"/>
            <a:chExt cx="2418064" cy="374877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1CEA0B8-7D76-4D8C-8A78-FA3F5117AD1A}"/>
                </a:ext>
              </a:extLst>
            </p:cNvPr>
            <p:cNvSpPr/>
            <p:nvPr/>
          </p:nvSpPr>
          <p:spPr>
            <a:xfrm>
              <a:off x="5352638" y="3109229"/>
              <a:ext cx="2090404" cy="3748771"/>
            </a:xfrm>
            <a:prstGeom prst="parallelogram">
              <a:avLst>
                <a:gd name="adj" fmla="val 42841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8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BF0B4BB-2F79-45A7-BD1C-2AB0ACFF25C0}"/>
                </a:ext>
              </a:extLst>
            </p:cNvPr>
            <p:cNvSpPr/>
            <p:nvPr/>
          </p:nvSpPr>
          <p:spPr>
            <a:xfrm>
              <a:off x="5024978" y="3109229"/>
              <a:ext cx="2090404" cy="3748771"/>
            </a:xfrm>
            <a:prstGeom prst="parallelogram">
              <a:avLst>
                <a:gd name="adj" fmla="val 43069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6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53739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FC411482-A01D-4D41-9049-435751A03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CD4A95A7-CC45-4AFB-96BE-6972E37907F7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57AE9D31-0623-416B-A401-425C07317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99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36381B5-2874-4CCA-A61B-B4BDD05B9C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D8309-28B8-4E0E-B60C-F6DF2EAA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368F232-4EDA-4308-9BC4-CE2AD87F1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1951038"/>
            <a:ext cx="46863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6F0B4-EAF1-432E-AB16-AA9627F1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250800794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689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7DB0182-0900-49CB-8632-A064AA672F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750888"/>
            <a:ext cx="46863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EFE16756-63C5-707B-844D-281F094C3F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7432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9">
            <a:extLst>
              <a:ext uri="{FF2B5EF4-FFF2-40B4-BE49-F238E27FC236}">
                <a16:creationId xmlns:a16="http://schemas.microsoft.com/office/drawing/2014/main" id="{5714FDBB-C50A-4F9F-A96C-17853B9D3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937" t="5444" r="16938" b="15134"/>
          <a:stretch/>
        </p:blipFill>
        <p:spPr>
          <a:xfrm>
            <a:off x="6745917" y="663073"/>
            <a:ext cx="5425440" cy="6194927"/>
          </a:xfrm>
          <a:prstGeom prst="rect">
            <a:avLst/>
          </a:prstGeom>
        </p:spPr>
      </p:pic>
      <p:sp>
        <p:nvSpPr>
          <p:cNvPr id="10" name="Прямоугольник 2">
            <a:extLst>
              <a:ext uri="{FF2B5EF4-FFF2-40B4-BE49-F238E27FC236}">
                <a16:creationId xmlns:a16="http://schemas.microsoft.com/office/drawing/2014/main" id="{6E97C4FE-CB97-4C1E-B4C4-ECC5269A7C19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507CC24-3842-40FB-B371-67EEA4221B4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A1A637CD-14A8-634E-A462-38652F7056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812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ая фраз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75BF8CBD-7D92-9C2F-5983-263E47F29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F857E-104E-4CB8-9B97-DFEEBCDC77A5}"/>
              </a:ext>
            </a:extLst>
          </p:cNvPr>
          <p:cNvSpPr/>
          <p:nvPr userDrawn="1"/>
        </p:nvSpPr>
        <p:spPr>
          <a:xfrm>
            <a:off x="-1" y="1141753"/>
            <a:ext cx="7354754" cy="4574495"/>
          </a:xfrm>
          <a:custGeom>
            <a:avLst/>
            <a:gdLst>
              <a:gd name="connsiteX0" fmla="*/ 0 w 7354754"/>
              <a:gd name="connsiteY0" fmla="*/ 0 h 4574495"/>
              <a:gd name="connsiteX1" fmla="*/ 7354754 w 7354754"/>
              <a:gd name="connsiteY1" fmla="*/ 0 h 4574495"/>
              <a:gd name="connsiteX2" fmla="*/ 6256130 w 7354754"/>
              <a:gd name="connsiteY2" fmla="*/ 4574495 h 4574495"/>
              <a:gd name="connsiteX3" fmla="*/ 0 w 7354754"/>
              <a:gd name="connsiteY3" fmla="*/ 4574495 h 457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4754" h="4574495">
                <a:moveTo>
                  <a:pt x="0" y="0"/>
                </a:moveTo>
                <a:lnTo>
                  <a:pt x="7354754" y="0"/>
                </a:lnTo>
                <a:lnTo>
                  <a:pt x="6256130" y="4574495"/>
                </a:lnTo>
                <a:lnTo>
                  <a:pt x="0" y="457449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11" name="Рисунок 82">
            <a:extLst>
              <a:ext uri="{FF2B5EF4-FFF2-40B4-BE49-F238E27FC236}">
                <a16:creationId xmlns:a16="http://schemas.microsoft.com/office/drawing/2014/main" id="{C9CA1AE7-E8C7-4A85-8AFC-AD924F33D6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3579971" y="2120900"/>
            <a:ext cx="3595042" cy="3721889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F586D425-74B3-4E43-B34F-117430617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75003"/>
            <a:ext cx="4889500" cy="1107996"/>
          </a:xfrm>
        </p:spPr>
        <p:txBody>
          <a:bodyPr anchor="ctr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 короткая фраза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067C3-07A2-49F7-98B6-8D64BBEE3E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361099"/>
            <a:ext cx="488950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6F56C-B103-47FC-8B84-4F5467FF7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168468"/>
            <a:ext cx="48895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421423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роткая фраз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E061-5F58-422F-A512-9463E3277201}"/>
              </a:ext>
            </a:extLst>
          </p:cNvPr>
          <p:cNvSpPr/>
          <p:nvPr userDrawn="1"/>
        </p:nvSpPr>
        <p:spPr>
          <a:xfrm>
            <a:off x="-1" y="1141753"/>
            <a:ext cx="12192000" cy="457449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9C1733-F1DE-4FBF-8EA8-C8FEE7948AF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lum bright="70000" contrast="-70000"/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t="21702" r="8705" b="6617"/>
          <a:stretch/>
        </p:blipFill>
        <p:spPr>
          <a:xfrm>
            <a:off x="21716" y="1141753"/>
            <a:ext cx="12192000" cy="45744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cxnSp>
        <p:nvCxnSpPr>
          <p:cNvPr id="8" name="Прямая соединительная линия 5">
            <a:extLst>
              <a:ext uri="{FF2B5EF4-FFF2-40B4-BE49-F238E27FC236}">
                <a16:creationId xmlns:a16="http://schemas.microsoft.com/office/drawing/2014/main" id="{397FC5C2-F13C-4545-9772-EC697CBFC059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82">
            <a:extLst>
              <a:ext uri="{FF2B5EF4-FFF2-40B4-BE49-F238E27FC236}">
                <a16:creationId xmlns:a16="http://schemas.microsoft.com/office/drawing/2014/main" id="{69F71186-8403-4694-AD30-E0138038B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8278116" y="1664267"/>
            <a:ext cx="3913884" cy="40519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4A8AFAC-E4B3-4B1C-9D19-1914F6B0B6E4}"/>
              </a:ext>
            </a:extLst>
          </p:cNvPr>
          <p:cNvGrpSpPr/>
          <p:nvPr userDrawn="1"/>
        </p:nvGrpSpPr>
        <p:grpSpPr>
          <a:xfrm>
            <a:off x="-1" y="971550"/>
            <a:ext cx="12213717" cy="4914900"/>
            <a:chOff x="-1" y="958707"/>
            <a:chExt cx="12213717" cy="49149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A4ED0F-1C60-4B2D-8732-019F0A5B55E6}"/>
                </a:ext>
              </a:extLst>
            </p:cNvPr>
            <p:cNvCxnSpPr/>
            <p:nvPr userDrawn="1"/>
          </p:nvCxnSpPr>
          <p:spPr>
            <a:xfrm>
              <a:off x="-1" y="9587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3C465-EB69-451D-83EB-77C16C5C0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58736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Заголовок 6">
            <a:extLst>
              <a:ext uri="{FF2B5EF4-FFF2-40B4-BE49-F238E27FC236}">
                <a16:creationId xmlns:a16="http://schemas.microsoft.com/office/drawing/2014/main" id="{892C7CF8-ECA8-456D-8502-12A805011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3172183"/>
            <a:ext cx="8763000" cy="1107996"/>
          </a:xfrm>
        </p:spPr>
        <p:txBody>
          <a:bodyPr anchor="ctr"/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</a:t>
            </a:r>
            <a:br>
              <a:rPr lang="ru-RU" dirty="0"/>
            </a:br>
            <a:r>
              <a:rPr lang="ru-RU" dirty="0"/>
              <a:t>короткая фраза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CFAC486-CBF0-4911-B71D-B6454A7C1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43175" y="2658279"/>
            <a:ext cx="710565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2D4709-CFED-4B57-9602-F4092BAE5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175" y="4465648"/>
            <a:ext cx="710565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258873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6234433" y="-2001"/>
            <a:ext cx="1295226" cy="30777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0000" dirty="0">
                <a:solidFill>
                  <a:schemeClr val="accent6"/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0000" dirty="0">
              <a:solidFill>
                <a:schemeClr val="accent6"/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1482343" y="614861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97000">
                <a:schemeClr val="accent1">
                  <a:alpha val="0"/>
                </a:schemeClr>
              </a:gs>
            </a:gsLst>
            <a:lin ang="27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00" y="907469"/>
            <a:ext cx="4535424" cy="5043062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7926" y="1756728"/>
            <a:ext cx="4337480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480" y="5102216"/>
            <a:ext cx="3598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480" y="5436324"/>
            <a:ext cx="359892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1" name="Рисунок 3">
            <a:extLst>
              <a:ext uri="{FF2B5EF4-FFF2-40B4-BE49-F238E27FC236}">
                <a16:creationId xmlns:a16="http://schemas.microsoft.com/office/drawing/2014/main" id="{5C2C95C0-EB9D-4992-8A65-1969B31A906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4121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238C7C2-B5D1-4CCE-88E7-6EF5FD003A17}"/>
              </a:ext>
            </a:extLst>
          </p:cNvPr>
          <p:cNvSpPr txBox="1"/>
          <p:nvPr userDrawn="1"/>
        </p:nvSpPr>
        <p:spPr>
          <a:xfrm>
            <a:off x="538548" y="314325"/>
            <a:ext cx="1865895" cy="44319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8800" dirty="0">
                <a:solidFill>
                  <a:schemeClr val="accent6">
                    <a:alpha val="12000"/>
                  </a:schemeClr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8800" dirty="0">
              <a:solidFill>
                <a:schemeClr val="accent6">
                  <a:alpha val="12000"/>
                </a:schemeClr>
              </a:solidFill>
              <a:latin typeface="+mj-lt"/>
              <a:ea typeface="Inter" panose="020B0504000000000000" pitchFamily="34" charset="-52"/>
            </a:endParaRPr>
          </a:p>
        </p:txBody>
      </p:sp>
      <p:pic>
        <p:nvPicPr>
          <p:cNvPr id="13" name="Рисунок 3">
            <a:extLst>
              <a:ext uri="{FF2B5EF4-FFF2-40B4-BE49-F238E27FC236}">
                <a16:creationId xmlns:a16="http://schemas.microsoft.com/office/drawing/2014/main" id="{CF8D0A9C-1D58-48EE-946B-F318B81923A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495" y="311312"/>
            <a:ext cx="11880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561932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E5D02-CB2E-4153-A775-5875A722BA6A}"/>
              </a:ext>
            </a:extLst>
          </p:cNvPr>
          <p:cNvSpPr/>
          <p:nvPr userDrawn="1"/>
        </p:nvSpPr>
        <p:spPr>
          <a:xfrm>
            <a:off x="605554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6230" y="0"/>
            <a:ext cx="579577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754112"/>
            <a:ext cx="45134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678" y="5102216"/>
            <a:ext cx="450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78" y="5436324"/>
            <a:ext cx="4506265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61636327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7756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8137645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3457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445A4-9D8F-478E-A168-02E48382C3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3724273"/>
            <a:ext cx="12192001" cy="2620963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4043983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5802484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5503759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81767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_мног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92E15E-3CBD-4274-846D-E1EE3C9233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7074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7F340F0-E409-49B7-9AC5-F5257A7DCA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769331"/>
            <a:ext cx="12191997" cy="457590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3042500"/>
            <a:ext cx="6484936" cy="1354153"/>
          </a:xfrm>
        </p:spPr>
        <p:txBody>
          <a:bodyPr/>
          <a:lstStyle>
            <a:lvl1pPr>
              <a:lnSpc>
                <a:spcPts val="3600"/>
              </a:lnSpc>
              <a:defRPr sz="2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 большим количеством текста в несколько строк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88DD98C-1A12-4C77-98E5-B225323E0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6467" y="480100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E61F6F-6ACE-4BD7-94EF-48551D558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467" y="4502276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F0381E-3A97-48F7-BC89-D64B4BE07B0C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B22877D-252A-49DE-A303-868FB02F3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FA1F36A3-2710-9FF1-E72B-3FE3ED8523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58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547B7F6-6E96-4A23-8581-83E0150DE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56E61922-B768-2FBD-87FB-6F9AE82677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975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фотографией на прозрачном фон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3226252"/>
            <a:ext cx="5646399" cy="101566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2719750"/>
            <a:ext cx="5646399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50BB05-5048-49ED-8299-2B4E13DC7B05}"/>
              </a:ext>
            </a:extLst>
          </p:cNvPr>
          <p:cNvSpPr/>
          <p:nvPr userDrawn="1"/>
        </p:nvSpPr>
        <p:spPr>
          <a:xfrm>
            <a:off x="6854701" y="0"/>
            <a:ext cx="4953000" cy="6858000"/>
          </a:xfrm>
          <a:prstGeom prst="parallelogram">
            <a:avLst>
              <a:gd name="adj" fmla="val 33016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893646B-1B1A-4AF3-96AC-431E4DC9FC8C}"/>
              </a:ext>
            </a:extLst>
          </p:cNvPr>
          <p:cNvSpPr/>
          <p:nvPr userDrawn="1"/>
        </p:nvSpPr>
        <p:spPr>
          <a:xfrm rot="10800000">
            <a:off x="6679888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4B0E331-9DE8-4CDE-8EC8-AE3BDF142FB1}"/>
              </a:ext>
            </a:extLst>
          </p:cNvPr>
          <p:cNvSpPr/>
          <p:nvPr userDrawn="1"/>
        </p:nvSpPr>
        <p:spPr>
          <a:xfrm rot="10800000">
            <a:off x="9436100" y="0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26D9F0BC-F3EF-40D6-ACE3-04CB7CE323AC}"/>
              </a:ext>
            </a:extLst>
          </p:cNvPr>
          <p:cNvSpPr/>
          <p:nvPr userDrawn="1"/>
        </p:nvSpPr>
        <p:spPr>
          <a:xfrm rot="10800000">
            <a:off x="9795973" y="0"/>
            <a:ext cx="2371601" cy="4253049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75C1BAA-F52A-4AC4-B31E-9E2FE68196FB}"/>
              </a:ext>
            </a:extLst>
          </p:cNvPr>
          <p:cNvSpPr/>
          <p:nvPr userDrawn="1"/>
        </p:nvSpPr>
        <p:spPr>
          <a:xfrm>
            <a:off x="9839803" y="2604951"/>
            <a:ext cx="2371601" cy="4253049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bg1">
                  <a:alpha val="40000"/>
                </a:schemeClr>
              </a:gs>
              <a:gs pos="83000">
                <a:schemeClr val="bg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70B1A3-E8AD-4745-B504-CF22EE6FB2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231566"/>
            <a:ext cx="5646399" cy="578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4800"/>
              </a:lnSpc>
              <a:buNone/>
              <a:defRPr lang="en-US" sz="360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В две или три строки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FE6F6F-2C5A-4EBD-94D9-A848AD5BB7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8FB3386-438F-4586-9B4C-D202D909F43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137" y="495215"/>
            <a:ext cx="1558275" cy="47702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73D3B3-185C-4E02-A8C5-6D74EDB79CC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D7C98DA-0851-4FFB-934E-FC3DEECF95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8752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1941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CE01FE9-9E94-4FEA-85AF-35135FE435B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07AF905-B7C7-4149-AB01-2B5A4925C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90391"/>
            <a:ext cx="5646399" cy="1077218"/>
          </a:xfrm>
        </p:spPr>
        <p:txBody>
          <a:bodyPr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lang="ru-RU" sz="40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0D6C9-B406-4BBA-9EC3-81D39D75412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28357E2-2351-4DE5-91C0-D5AE1CF26A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3C70CA6A-774E-6BF4-FAFE-FB38740BF7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8634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0">
            <a:extLst>
              <a:ext uri="{FF2B5EF4-FFF2-40B4-BE49-F238E27FC236}">
                <a16:creationId xmlns:a16="http://schemas.microsoft.com/office/drawing/2014/main" id="{A66DFED0-8284-42B7-9E23-C6C4D757478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97955"/>
            <a:ext cx="1561423" cy="471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вторая строчка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all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9AE8708-EEED-41A3-B8ED-2E3AA85757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6779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043DB84-7F83-4797-AEEB-A8A131546F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B5BEA659-D8B0-48FE-0C68-5B692E743B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847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с фото спике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ФИО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Дата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40A111E-33E1-44D3-8428-8D9283B233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48960" y="433951"/>
            <a:ext cx="4550840" cy="642404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CFDCE0-2466-4487-9C1B-CE8ABA894EAF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F0D5D80-AFE5-4D38-AC0D-23EE6514D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DCBA2F55-FD26-027E-349E-F83EB8CBE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5406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561" y="2587669"/>
            <a:ext cx="5646399" cy="61555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305ED-1B42-46C9-AAD3-23868C01716F}"/>
              </a:ext>
            </a:extLst>
          </p:cNvPr>
          <p:cNvSpPr/>
          <p:nvPr userDrawn="1"/>
        </p:nvSpPr>
        <p:spPr>
          <a:xfrm>
            <a:off x="0" y="2694349"/>
            <a:ext cx="438150" cy="26346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26E17-2DA5-4B8A-8A62-539DF9DF7346}"/>
              </a:ext>
            </a:extLst>
          </p:cNvPr>
          <p:cNvSpPr/>
          <p:nvPr userDrawn="1"/>
        </p:nvSpPr>
        <p:spPr>
          <a:xfrm>
            <a:off x="0" y="0"/>
            <a:ext cx="12192000" cy="72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22" descr="A picture containing table&#10;&#10;Description automatically generated">
            <a:extLst>
              <a:ext uri="{FF2B5EF4-FFF2-40B4-BE49-F238E27FC236}">
                <a16:creationId xmlns:a16="http://schemas.microsoft.com/office/drawing/2014/main" id="{8B25C531-708C-4945-8B83-E756EE6ED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946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411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ru-RU" dirty="0"/>
              <a:t>Вторая строчка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96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35727" y="4101930"/>
            <a:ext cx="4659242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117785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534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1490" y="4101930"/>
            <a:ext cx="3036385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245200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C080EA-FDDC-4F25-97DE-051C3CBCEC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01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A8A3AE-9FC8-439D-9010-CBA364DBFF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654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88F2BDCB-B8D5-46C5-B498-B34DD65BC9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2929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D68CF29-070B-4282-BF53-C3A10620C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30413" y="4101930"/>
            <a:ext cx="2269387" cy="2243306"/>
          </a:xfrm>
          <a:custGeom>
            <a:avLst/>
            <a:gdLst>
              <a:gd name="connsiteX0" fmla="*/ 0 w 4659242"/>
              <a:gd name="connsiteY0" fmla="*/ 0 h 2243306"/>
              <a:gd name="connsiteX1" fmla="*/ 4659242 w 4659242"/>
              <a:gd name="connsiteY1" fmla="*/ 0 h 2243306"/>
              <a:gd name="connsiteX2" fmla="*/ 4659242 w 4659242"/>
              <a:gd name="connsiteY2" fmla="*/ 2173334 h 2243306"/>
              <a:gd name="connsiteX3" fmla="*/ 4653745 w 4659242"/>
              <a:gd name="connsiteY3" fmla="*/ 2200564 h 2243306"/>
              <a:gd name="connsiteX4" fmla="*/ 4589262 w 4659242"/>
              <a:gd name="connsiteY4" fmla="*/ 2243306 h 2243306"/>
              <a:gd name="connsiteX5" fmla="*/ 69982 w 4659242"/>
              <a:gd name="connsiteY5" fmla="*/ 2243306 h 2243306"/>
              <a:gd name="connsiteX6" fmla="*/ 0 w 4659242"/>
              <a:gd name="connsiteY6" fmla="*/ 2173324 h 224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9242" h="2243306">
                <a:moveTo>
                  <a:pt x="0" y="0"/>
                </a:moveTo>
                <a:lnTo>
                  <a:pt x="4659242" y="0"/>
                </a:lnTo>
                <a:lnTo>
                  <a:pt x="4659242" y="2173334"/>
                </a:lnTo>
                <a:lnTo>
                  <a:pt x="4653745" y="2200564"/>
                </a:lnTo>
                <a:cubicBezTo>
                  <a:pt x="4643121" y="2225682"/>
                  <a:pt x="4618250" y="2243306"/>
                  <a:pt x="4589262" y="2243306"/>
                </a:cubicBezTo>
                <a:lnTo>
                  <a:pt x="69982" y="2243306"/>
                </a:lnTo>
                <a:cubicBezTo>
                  <a:pt x="31332" y="2243306"/>
                  <a:pt x="0" y="2211974"/>
                  <a:pt x="0" y="2173324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4043693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6" name="Picture 16" descr="A screenshot of a flat screen television&#10;&#10;Description automatically generated">
            <a:extLst>
              <a:ext uri="{FF2B5EF4-FFF2-40B4-BE49-F238E27FC236}">
                <a16:creationId xmlns:a16="http://schemas.microsoft.com/office/drawing/2014/main" id="{468BE97C-7BE9-4254-ADB9-BBADE1E30B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111" y="1179094"/>
            <a:ext cx="9550185" cy="5639383"/>
          </a:xfrm>
          <a:prstGeom prst="rect">
            <a:avLst/>
          </a:prstGeom>
        </p:spPr>
      </p:pic>
      <p:sp>
        <p:nvSpPr>
          <p:cNvPr id="8" name="Рисунок 3">
            <a:extLst>
              <a:ext uri="{FF2B5EF4-FFF2-40B4-BE49-F238E27FC236}">
                <a16:creationId xmlns:a16="http://schemas.microsoft.com/office/drawing/2014/main" id="{D4E40A85-C800-414C-BEE1-B578D5514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4913" y="1516856"/>
            <a:ext cx="6238875" cy="381952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266812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22">
            <a:extLst>
              <a:ext uri="{FF2B5EF4-FFF2-40B4-BE49-F238E27FC236}">
                <a16:creationId xmlns:a16="http://schemas.microsoft.com/office/drawing/2014/main" id="{C784C029-6C93-413D-8699-4362434FD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</a:blip>
          <a:srcRect l="34033" t="15463" r="28889" b="14498"/>
          <a:stretch/>
        </p:blipFill>
        <p:spPr>
          <a:xfrm>
            <a:off x="8442477" y="1060171"/>
            <a:ext cx="2918577" cy="5513074"/>
          </a:xfrm>
          <a:prstGeom prst="rect">
            <a:avLst/>
          </a:prstGeom>
          <a:noFill/>
          <a:ln>
            <a:noFill/>
          </a:ln>
          <a:effectLst>
            <a:outerShdw blurRad="342900" dist="114300" dir="2700000" algn="tl" rotWithShape="0">
              <a:srgbClr val="000000">
                <a:alpha val="30980"/>
              </a:srgbClr>
            </a:outerShdw>
          </a:effectLst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D48C7C90-CD98-4D00-8F58-3DFE15D1F7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20589" y="1435154"/>
            <a:ext cx="2200456" cy="4779909"/>
          </a:xfrm>
          <a:custGeom>
            <a:avLst/>
            <a:gdLst>
              <a:gd name="connsiteX0" fmla="*/ 394614 w 1920529"/>
              <a:gd name="connsiteY0" fmla="*/ 295 h 4171841"/>
              <a:gd name="connsiteX1" fmla="*/ 433387 w 1920529"/>
              <a:gd name="connsiteY1" fmla="*/ 32559 h 4171841"/>
              <a:gd name="connsiteX2" fmla="*/ 439896 w 1920529"/>
              <a:gd name="connsiteY2" fmla="*/ 66237 h 4171841"/>
              <a:gd name="connsiteX3" fmla="*/ 496498 w 1920529"/>
              <a:gd name="connsiteY3" fmla="*/ 136991 h 4171841"/>
              <a:gd name="connsiteX4" fmla="*/ 622911 w 1920529"/>
              <a:gd name="connsiteY4" fmla="*/ 165009 h 4171841"/>
              <a:gd name="connsiteX5" fmla="*/ 1301480 w 1920529"/>
              <a:gd name="connsiteY5" fmla="*/ 165009 h 4171841"/>
              <a:gd name="connsiteX6" fmla="*/ 1413082 w 1920529"/>
              <a:gd name="connsiteY6" fmla="*/ 142934 h 4171841"/>
              <a:gd name="connsiteX7" fmla="*/ 1487325 w 1920529"/>
              <a:gd name="connsiteY7" fmla="*/ 46427 h 4171841"/>
              <a:gd name="connsiteX8" fmla="*/ 1541191 w 1920529"/>
              <a:gd name="connsiteY8" fmla="*/ 295 h 4171841"/>
              <a:gd name="connsiteX9" fmla="*/ 1690244 w 1920529"/>
              <a:gd name="connsiteY9" fmla="*/ 484 h 4171841"/>
              <a:gd name="connsiteX10" fmla="*/ 1809864 w 1920529"/>
              <a:gd name="connsiteY10" fmla="*/ 27182 h 4171841"/>
              <a:gd name="connsiteX11" fmla="*/ 1912599 w 1920529"/>
              <a:gd name="connsiteY11" fmla="*/ 180480 h 4171841"/>
              <a:gd name="connsiteX12" fmla="*/ 1920145 w 1920529"/>
              <a:gd name="connsiteY12" fmla="*/ 329062 h 4171841"/>
              <a:gd name="connsiteX13" fmla="*/ 1920428 w 1920529"/>
              <a:gd name="connsiteY13" fmla="*/ 2963247 h 4171841"/>
              <a:gd name="connsiteX14" fmla="*/ 1920334 w 1920529"/>
              <a:gd name="connsiteY14" fmla="*/ 3268147 h 4171841"/>
              <a:gd name="connsiteX15" fmla="*/ 1917409 w 1920529"/>
              <a:gd name="connsiteY15" fmla="*/ 3893887 h 4171841"/>
              <a:gd name="connsiteX16" fmla="*/ 1912881 w 1920529"/>
              <a:gd name="connsiteY16" fmla="*/ 4001431 h 4171841"/>
              <a:gd name="connsiteX17" fmla="*/ 1766092 w 1920529"/>
              <a:gd name="connsiteY17" fmla="*/ 4161993 h 4171841"/>
              <a:gd name="connsiteX18" fmla="*/ 1675246 w 1920529"/>
              <a:gd name="connsiteY18" fmla="*/ 4171427 h 4171841"/>
              <a:gd name="connsiteX19" fmla="*/ 246976 w 1920529"/>
              <a:gd name="connsiteY19" fmla="*/ 4171616 h 4171841"/>
              <a:gd name="connsiteX20" fmla="*/ 125186 w 1920529"/>
              <a:gd name="connsiteY20" fmla="*/ 4153787 h 4171841"/>
              <a:gd name="connsiteX21" fmla="*/ 43867 w 1920529"/>
              <a:gd name="connsiteY21" fmla="*/ 4090297 h 4171841"/>
              <a:gd name="connsiteX22" fmla="*/ 6604 w 1920529"/>
              <a:gd name="connsiteY22" fmla="*/ 3969451 h 4171841"/>
              <a:gd name="connsiteX23" fmla="*/ 0 w 1920529"/>
              <a:gd name="connsiteY23" fmla="*/ 2066664 h 4171841"/>
              <a:gd name="connsiteX24" fmla="*/ 2170 w 1920529"/>
              <a:gd name="connsiteY24" fmla="*/ 2066664 h 4171841"/>
              <a:gd name="connsiteX25" fmla="*/ 2548 w 1920529"/>
              <a:gd name="connsiteY25" fmla="*/ 303685 h 4171841"/>
              <a:gd name="connsiteX26" fmla="*/ 11321 w 1920529"/>
              <a:gd name="connsiteY26" fmla="*/ 171330 h 4171841"/>
              <a:gd name="connsiteX27" fmla="*/ 181695 w 1920529"/>
              <a:gd name="connsiteY27" fmla="*/ 5107 h 4171841"/>
              <a:gd name="connsiteX28" fmla="*/ 252447 w 1920529"/>
              <a:gd name="connsiteY28" fmla="*/ 484 h 4171841"/>
              <a:gd name="connsiteX29" fmla="*/ 394614 w 1920529"/>
              <a:gd name="connsiteY29" fmla="*/ 295 h 4171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920529" h="4171841">
                <a:moveTo>
                  <a:pt x="394614" y="295"/>
                </a:moveTo>
                <a:cubicBezTo>
                  <a:pt x="420934" y="484"/>
                  <a:pt x="428009" y="6805"/>
                  <a:pt x="433387" y="32559"/>
                </a:cubicBezTo>
                <a:cubicBezTo>
                  <a:pt x="435651" y="43786"/>
                  <a:pt x="437538" y="55106"/>
                  <a:pt x="439896" y="66237"/>
                </a:cubicBezTo>
                <a:cubicBezTo>
                  <a:pt x="446972" y="99161"/>
                  <a:pt x="466688" y="121897"/>
                  <a:pt x="496498" y="136991"/>
                </a:cubicBezTo>
                <a:cubicBezTo>
                  <a:pt x="536308" y="157085"/>
                  <a:pt x="579044" y="164820"/>
                  <a:pt x="622911" y="165009"/>
                </a:cubicBezTo>
                <a:cubicBezTo>
                  <a:pt x="849132" y="165574"/>
                  <a:pt x="1075353" y="165480"/>
                  <a:pt x="1301480" y="165009"/>
                </a:cubicBezTo>
                <a:cubicBezTo>
                  <a:pt x="1339782" y="164915"/>
                  <a:pt x="1377233" y="158027"/>
                  <a:pt x="1413082" y="142934"/>
                </a:cubicBezTo>
                <a:cubicBezTo>
                  <a:pt x="1456571" y="124633"/>
                  <a:pt x="1480627" y="92841"/>
                  <a:pt x="1487325" y="46427"/>
                </a:cubicBezTo>
                <a:cubicBezTo>
                  <a:pt x="1493740" y="1994"/>
                  <a:pt x="1496382" y="295"/>
                  <a:pt x="1541191" y="295"/>
                </a:cubicBezTo>
                <a:cubicBezTo>
                  <a:pt x="1590907" y="295"/>
                  <a:pt x="1640529" y="-82"/>
                  <a:pt x="1690244" y="484"/>
                </a:cubicBezTo>
                <a:cubicBezTo>
                  <a:pt x="1731848" y="956"/>
                  <a:pt x="1772696" y="6994"/>
                  <a:pt x="1809864" y="27182"/>
                </a:cubicBezTo>
                <a:cubicBezTo>
                  <a:pt x="1870713" y="60200"/>
                  <a:pt x="1905711" y="111991"/>
                  <a:pt x="1912599" y="180480"/>
                </a:cubicBezTo>
                <a:cubicBezTo>
                  <a:pt x="1917598" y="229724"/>
                  <a:pt x="1920145" y="279534"/>
                  <a:pt x="1920145" y="329062"/>
                </a:cubicBezTo>
                <a:cubicBezTo>
                  <a:pt x="1920523" y="1207155"/>
                  <a:pt x="1920428" y="2085155"/>
                  <a:pt x="1920428" y="2963247"/>
                </a:cubicBezTo>
                <a:cubicBezTo>
                  <a:pt x="1920428" y="3064849"/>
                  <a:pt x="1920711" y="3166544"/>
                  <a:pt x="1920334" y="3268147"/>
                </a:cubicBezTo>
                <a:cubicBezTo>
                  <a:pt x="1919579" y="3476726"/>
                  <a:pt x="1918730" y="3685306"/>
                  <a:pt x="1917409" y="3893887"/>
                </a:cubicBezTo>
                <a:cubicBezTo>
                  <a:pt x="1917221" y="3929735"/>
                  <a:pt x="1915334" y="3965677"/>
                  <a:pt x="1912881" y="4001431"/>
                </a:cubicBezTo>
                <a:cubicBezTo>
                  <a:pt x="1907410" y="4080204"/>
                  <a:pt x="1847789" y="4146145"/>
                  <a:pt x="1766092" y="4161993"/>
                </a:cubicBezTo>
                <a:cubicBezTo>
                  <a:pt x="1736281" y="4167749"/>
                  <a:pt x="1705528" y="4171333"/>
                  <a:pt x="1675246" y="4171427"/>
                </a:cubicBezTo>
                <a:cubicBezTo>
                  <a:pt x="1199124" y="4171994"/>
                  <a:pt x="723097" y="4171900"/>
                  <a:pt x="246976" y="4171616"/>
                </a:cubicBezTo>
                <a:cubicBezTo>
                  <a:pt x="205750" y="4171616"/>
                  <a:pt x="164808" y="4166805"/>
                  <a:pt x="125186" y="4153787"/>
                </a:cubicBezTo>
                <a:cubicBezTo>
                  <a:pt x="90281" y="4142371"/>
                  <a:pt x="63207" y="4121335"/>
                  <a:pt x="43867" y="4090297"/>
                </a:cubicBezTo>
                <a:cubicBezTo>
                  <a:pt x="20849" y="4053317"/>
                  <a:pt x="6698" y="4013978"/>
                  <a:pt x="6604" y="3969451"/>
                </a:cubicBezTo>
                <a:cubicBezTo>
                  <a:pt x="4623" y="3335126"/>
                  <a:pt x="2264" y="2700895"/>
                  <a:pt x="0" y="2066664"/>
                </a:cubicBezTo>
                <a:cubicBezTo>
                  <a:pt x="755" y="2066664"/>
                  <a:pt x="1510" y="2066664"/>
                  <a:pt x="2170" y="2066664"/>
                </a:cubicBezTo>
                <a:cubicBezTo>
                  <a:pt x="2170" y="1479036"/>
                  <a:pt x="1981" y="891314"/>
                  <a:pt x="2548" y="303685"/>
                </a:cubicBezTo>
                <a:cubicBezTo>
                  <a:pt x="2548" y="259535"/>
                  <a:pt x="5944" y="215102"/>
                  <a:pt x="11321" y="171330"/>
                </a:cubicBezTo>
                <a:cubicBezTo>
                  <a:pt x="23679" y="71710"/>
                  <a:pt x="102829" y="15107"/>
                  <a:pt x="181695" y="5107"/>
                </a:cubicBezTo>
                <a:cubicBezTo>
                  <a:pt x="205090" y="2182"/>
                  <a:pt x="228863" y="768"/>
                  <a:pt x="252447" y="484"/>
                </a:cubicBezTo>
                <a:cubicBezTo>
                  <a:pt x="299805" y="-270"/>
                  <a:pt x="347256" y="13"/>
                  <a:pt x="394614" y="295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875046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95D247D2-83AF-4DB7-BBBE-5F11EF9958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5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Рисунок 10">
            <a:extLst>
              <a:ext uri="{FF2B5EF4-FFF2-40B4-BE49-F238E27FC236}">
                <a16:creationId xmlns:a16="http://schemas.microsoft.com/office/drawing/2014/main" id="{F6C1A6F8-E482-4CD3-B793-FB37F40D25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3550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2" name="Рисунок 10">
            <a:extLst>
              <a:ext uri="{FF2B5EF4-FFF2-40B4-BE49-F238E27FC236}">
                <a16:creationId xmlns:a16="http://schemas.microsoft.com/office/drawing/2014/main" id="{14172962-67DB-49D3-B3D9-994E0D24582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78206" y="2134253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3" name="Рисунок 10">
            <a:extLst>
              <a:ext uri="{FF2B5EF4-FFF2-40B4-BE49-F238E27FC236}">
                <a16:creationId xmlns:a16="http://schemas.microsoft.com/office/drawing/2014/main" id="{ABC80502-55AA-425A-A0D5-5AB24ACACD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91275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4" name="Рисунок 10">
            <a:extLst>
              <a:ext uri="{FF2B5EF4-FFF2-40B4-BE49-F238E27FC236}">
                <a16:creationId xmlns:a16="http://schemas.microsoft.com/office/drawing/2014/main" id="{B4385FE8-FF45-4D1A-A3A6-BD013E519AC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83550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5" name="Рисунок 10">
            <a:extLst>
              <a:ext uri="{FF2B5EF4-FFF2-40B4-BE49-F238E27FC236}">
                <a16:creationId xmlns:a16="http://schemas.microsoft.com/office/drawing/2014/main" id="{2C5D671B-ADA7-4ED6-BFE9-E07133738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78206" y="3105804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6" name="Рисунок 10">
            <a:extLst>
              <a:ext uri="{FF2B5EF4-FFF2-40B4-BE49-F238E27FC236}">
                <a16:creationId xmlns:a16="http://schemas.microsoft.com/office/drawing/2014/main" id="{BA0C9B24-D7DB-47FE-AC55-D65EF4D832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1275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B08A2850-6739-4559-B58D-9D7A351CE6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83550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  <p:sp>
        <p:nvSpPr>
          <p:cNvPr id="28" name="Рисунок 10">
            <a:extLst>
              <a:ext uri="{FF2B5EF4-FFF2-40B4-BE49-F238E27FC236}">
                <a16:creationId xmlns:a16="http://schemas.microsoft.com/office/drawing/2014/main" id="{0D21383A-808B-4C97-9A6F-83EE82AF228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78206" y="4084498"/>
            <a:ext cx="1642766" cy="922591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1980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онлайн-класс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F872D83B-9F67-43CD-A259-38D41C429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77" y="2078515"/>
            <a:ext cx="5158694" cy="30248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E9E0BF2-5738-4018-ABD3-24A059B08F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1276" y="2134253"/>
            <a:ext cx="5029697" cy="2872836"/>
          </a:xfrm>
          <a:custGeom>
            <a:avLst/>
            <a:gdLst>
              <a:gd name="connsiteX0" fmla="*/ 3386931 w 5029697"/>
              <a:gd name="connsiteY0" fmla="*/ 1950245 h 2872836"/>
              <a:gd name="connsiteX1" fmla="*/ 5029697 w 5029697"/>
              <a:gd name="connsiteY1" fmla="*/ 1950245 h 2872836"/>
              <a:gd name="connsiteX2" fmla="*/ 5029697 w 5029697"/>
              <a:gd name="connsiteY2" fmla="*/ 2872836 h 2872836"/>
              <a:gd name="connsiteX3" fmla="*/ 3386931 w 5029697"/>
              <a:gd name="connsiteY3" fmla="*/ 2872836 h 2872836"/>
              <a:gd name="connsiteX4" fmla="*/ 1692275 w 5029697"/>
              <a:gd name="connsiteY4" fmla="*/ 1950245 h 2872836"/>
              <a:gd name="connsiteX5" fmla="*/ 3335041 w 5029697"/>
              <a:gd name="connsiteY5" fmla="*/ 1950245 h 2872836"/>
              <a:gd name="connsiteX6" fmla="*/ 3335041 w 5029697"/>
              <a:gd name="connsiteY6" fmla="*/ 2872836 h 2872836"/>
              <a:gd name="connsiteX7" fmla="*/ 1692275 w 5029697"/>
              <a:gd name="connsiteY7" fmla="*/ 2872836 h 2872836"/>
              <a:gd name="connsiteX8" fmla="*/ 0 w 5029697"/>
              <a:gd name="connsiteY8" fmla="*/ 1950245 h 2872836"/>
              <a:gd name="connsiteX9" fmla="*/ 1642766 w 5029697"/>
              <a:gd name="connsiteY9" fmla="*/ 1950245 h 2872836"/>
              <a:gd name="connsiteX10" fmla="*/ 1642766 w 5029697"/>
              <a:gd name="connsiteY10" fmla="*/ 2872836 h 2872836"/>
              <a:gd name="connsiteX11" fmla="*/ 0 w 5029697"/>
              <a:gd name="connsiteY11" fmla="*/ 2872836 h 2872836"/>
              <a:gd name="connsiteX12" fmla="*/ 3386931 w 5029697"/>
              <a:gd name="connsiteY12" fmla="*/ 971551 h 2872836"/>
              <a:gd name="connsiteX13" fmla="*/ 5029697 w 5029697"/>
              <a:gd name="connsiteY13" fmla="*/ 971551 h 2872836"/>
              <a:gd name="connsiteX14" fmla="*/ 5029697 w 5029697"/>
              <a:gd name="connsiteY14" fmla="*/ 1894142 h 2872836"/>
              <a:gd name="connsiteX15" fmla="*/ 3386931 w 5029697"/>
              <a:gd name="connsiteY15" fmla="*/ 1894142 h 2872836"/>
              <a:gd name="connsiteX16" fmla="*/ 1692275 w 5029697"/>
              <a:gd name="connsiteY16" fmla="*/ 971551 h 2872836"/>
              <a:gd name="connsiteX17" fmla="*/ 3335041 w 5029697"/>
              <a:gd name="connsiteY17" fmla="*/ 971551 h 2872836"/>
              <a:gd name="connsiteX18" fmla="*/ 3335041 w 5029697"/>
              <a:gd name="connsiteY18" fmla="*/ 1894142 h 2872836"/>
              <a:gd name="connsiteX19" fmla="*/ 1692275 w 5029697"/>
              <a:gd name="connsiteY19" fmla="*/ 1894142 h 2872836"/>
              <a:gd name="connsiteX20" fmla="*/ 0 w 5029697"/>
              <a:gd name="connsiteY20" fmla="*/ 971551 h 2872836"/>
              <a:gd name="connsiteX21" fmla="*/ 1642766 w 5029697"/>
              <a:gd name="connsiteY21" fmla="*/ 971551 h 2872836"/>
              <a:gd name="connsiteX22" fmla="*/ 1642766 w 5029697"/>
              <a:gd name="connsiteY22" fmla="*/ 1894142 h 2872836"/>
              <a:gd name="connsiteX23" fmla="*/ 0 w 5029697"/>
              <a:gd name="connsiteY23" fmla="*/ 1894142 h 2872836"/>
              <a:gd name="connsiteX24" fmla="*/ 3386931 w 5029697"/>
              <a:gd name="connsiteY24" fmla="*/ 0 h 2872836"/>
              <a:gd name="connsiteX25" fmla="*/ 5029697 w 5029697"/>
              <a:gd name="connsiteY25" fmla="*/ 0 h 2872836"/>
              <a:gd name="connsiteX26" fmla="*/ 5029697 w 5029697"/>
              <a:gd name="connsiteY26" fmla="*/ 922591 h 2872836"/>
              <a:gd name="connsiteX27" fmla="*/ 3386931 w 5029697"/>
              <a:gd name="connsiteY27" fmla="*/ 922591 h 2872836"/>
              <a:gd name="connsiteX28" fmla="*/ 1692275 w 5029697"/>
              <a:gd name="connsiteY28" fmla="*/ 0 h 2872836"/>
              <a:gd name="connsiteX29" fmla="*/ 3335041 w 5029697"/>
              <a:gd name="connsiteY29" fmla="*/ 0 h 2872836"/>
              <a:gd name="connsiteX30" fmla="*/ 3335041 w 5029697"/>
              <a:gd name="connsiteY30" fmla="*/ 922591 h 2872836"/>
              <a:gd name="connsiteX31" fmla="*/ 1692275 w 5029697"/>
              <a:gd name="connsiteY31" fmla="*/ 922591 h 2872836"/>
              <a:gd name="connsiteX32" fmla="*/ 0 w 5029697"/>
              <a:gd name="connsiteY32" fmla="*/ 0 h 2872836"/>
              <a:gd name="connsiteX33" fmla="*/ 1642766 w 5029697"/>
              <a:gd name="connsiteY33" fmla="*/ 0 h 2872836"/>
              <a:gd name="connsiteX34" fmla="*/ 1642766 w 5029697"/>
              <a:gd name="connsiteY34" fmla="*/ 922591 h 2872836"/>
              <a:gd name="connsiteX35" fmla="*/ 0 w 5029697"/>
              <a:gd name="connsiteY35" fmla="*/ 922591 h 287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029697" h="2872836">
                <a:moveTo>
                  <a:pt x="3386931" y="1950245"/>
                </a:moveTo>
                <a:lnTo>
                  <a:pt x="5029697" y="1950245"/>
                </a:lnTo>
                <a:lnTo>
                  <a:pt x="5029697" y="2872836"/>
                </a:lnTo>
                <a:lnTo>
                  <a:pt x="3386931" y="2872836"/>
                </a:lnTo>
                <a:close/>
                <a:moveTo>
                  <a:pt x="1692275" y="1950245"/>
                </a:moveTo>
                <a:lnTo>
                  <a:pt x="3335041" y="1950245"/>
                </a:lnTo>
                <a:lnTo>
                  <a:pt x="3335041" y="2872836"/>
                </a:lnTo>
                <a:lnTo>
                  <a:pt x="1692275" y="2872836"/>
                </a:lnTo>
                <a:close/>
                <a:moveTo>
                  <a:pt x="0" y="1950245"/>
                </a:moveTo>
                <a:lnTo>
                  <a:pt x="1642766" y="1950245"/>
                </a:lnTo>
                <a:lnTo>
                  <a:pt x="1642766" y="2872836"/>
                </a:lnTo>
                <a:lnTo>
                  <a:pt x="0" y="2872836"/>
                </a:lnTo>
                <a:close/>
                <a:moveTo>
                  <a:pt x="3386931" y="971551"/>
                </a:moveTo>
                <a:lnTo>
                  <a:pt x="5029697" y="971551"/>
                </a:lnTo>
                <a:lnTo>
                  <a:pt x="5029697" y="1894142"/>
                </a:lnTo>
                <a:lnTo>
                  <a:pt x="3386931" y="1894142"/>
                </a:lnTo>
                <a:close/>
                <a:moveTo>
                  <a:pt x="1692275" y="971551"/>
                </a:moveTo>
                <a:lnTo>
                  <a:pt x="3335041" y="971551"/>
                </a:lnTo>
                <a:lnTo>
                  <a:pt x="3335041" y="1894142"/>
                </a:lnTo>
                <a:lnTo>
                  <a:pt x="1692275" y="1894142"/>
                </a:lnTo>
                <a:close/>
                <a:moveTo>
                  <a:pt x="0" y="971551"/>
                </a:moveTo>
                <a:lnTo>
                  <a:pt x="1642766" y="971551"/>
                </a:lnTo>
                <a:lnTo>
                  <a:pt x="1642766" y="1894142"/>
                </a:lnTo>
                <a:lnTo>
                  <a:pt x="0" y="1894142"/>
                </a:lnTo>
                <a:close/>
                <a:moveTo>
                  <a:pt x="3386931" y="0"/>
                </a:moveTo>
                <a:lnTo>
                  <a:pt x="5029697" y="0"/>
                </a:lnTo>
                <a:lnTo>
                  <a:pt x="5029697" y="922591"/>
                </a:lnTo>
                <a:lnTo>
                  <a:pt x="3386931" y="922591"/>
                </a:lnTo>
                <a:close/>
                <a:moveTo>
                  <a:pt x="1692275" y="0"/>
                </a:moveTo>
                <a:lnTo>
                  <a:pt x="3335041" y="0"/>
                </a:lnTo>
                <a:lnTo>
                  <a:pt x="3335041" y="922591"/>
                </a:lnTo>
                <a:lnTo>
                  <a:pt x="1692275" y="922591"/>
                </a:lnTo>
                <a:close/>
                <a:moveTo>
                  <a:pt x="0" y="0"/>
                </a:moveTo>
                <a:lnTo>
                  <a:pt x="1642766" y="0"/>
                </a:lnTo>
                <a:lnTo>
                  <a:pt x="1642766" y="922591"/>
                </a:lnTo>
                <a:lnTo>
                  <a:pt x="0" y="922591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46620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F6637E-FA25-4ED5-9B39-BB5355F46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92663"/>
            <a:ext cx="5003800" cy="4304219"/>
          </a:xfrm>
          <a:custGeom>
            <a:avLst/>
            <a:gdLst>
              <a:gd name="connsiteX0" fmla="*/ 0 w 5003800"/>
              <a:gd name="connsiteY0" fmla="*/ 0 h 4304219"/>
              <a:gd name="connsiteX1" fmla="*/ 4945478 w 5003800"/>
              <a:gd name="connsiteY1" fmla="*/ 0 h 4304219"/>
              <a:gd name="connsiteX2" fmla="*/ 5003800 w 5003800"/>
              <a:gd name="connsiteY2" fmla="*/ 58322 h 4304219"/>
              <a:gd name="connsiteX3" fmla="*/ 5003800 w 5003800"/>
              <a:gd name="connsiteY3" fmla="*/ 4245897 h 4304219"/>
              <a:gd name="connsiteX4" fmla="*/ 4945478 w 5003800"/>
              <a:gd name="connsiteY4" fmla="*/ 4304219 h 4304219"/>
              <a:gd name="connsiteX5" fmla="*/ 0 w 5003800"/>
              <a:gd name="connsiteY5" fmla="*/ 4304219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3800" h="4304219">
                <a:moveTo>
                  <a:pt x="0" y="0"/>
                </a:moveTo>
                <a:lnTo>
                  <a:pt x="4945478" y="0"/>
                </a:lnTo>
                <a:cubicBezTo>
                  <a:pt x="4977688" y="0"/>
                  <a:pt x="5003800" y="26112"/>
                  <a:pt x="5003800" y="58322"/>
                </a:cubicBezTo>
                <a:lnTo>
                  <a:pt x="5003800" y="4245897"/>
                </a:lnTo>
                <a:cubicBezTo>
                  <a:pt x="5003800" y="4278107"/>
                  <a:pt x="4977688" y="4304219"/>
                  <a:pt x="4945478" y="4304219"/>
                </a:cubicBezTo>
                <a:lnTo>
                  <a:pt x="0" y="4304219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683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5045974-98BC-4F9A-898B-5BB22DDB341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4988" y="1292662"/>
            <a:ext cx="5001012" cy="4304219"/>
          </a:xfrm>
          <a:custGeom>
            <a:avLst/>
            <a:gdLst>
              <a:gd name="connsiteX0" fmla="*/ 58322 w 5001012"/>
              <a:gd name="connsiteY0" fmla="*/ 0 h 4304219"/>
              <a:gd name="connsiteX1" fmla="*/ 5001012 w 5001012"/>
              <a:gd name="connsiteY1" fmla="*/ 0 h 4304219"/>
              <a:gd name="connsiteX2" fmla="*/ 5001012 w 5001012"/>
              <a:gd name="connsiteY2" fmla="*/ 1 h 4304219"/>
              <a:gd name="connsiteX3" fmla="*/ 5001012 w 5001012"/>
              <a:gd name="connsiteY3" fmla="*/ 4304219 h 4304219"/>
              <a:gd name="connsiteX4" fmla="*/ 58322 w 5001012"/>
              <a:gd name="connsiteY4" fmla="*/ 4304219 h 4304219"/>
              <a:gd name="connsiteX5" fmla="*/ 0 w 5001012"/>
              <a:gd name="connsiteY5" fmla="*/ 4245897 h 4304219"/>
              <a:gd name="connsiteX6" fmla="*/ 0 w 5001012"/>
              <a:gd name="connsiteY6" fmla="*/ 58322 h 4304219"/>
              <a:gd name="connsiteX7" fmla="*/ 58322 w 5001012"/>
              <a:gd name="connsiteY7" fmla="*/ 0 h 430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012" h="4304219">
                <a:moveTo>
                  <a:pt x="58322" y="0"/>
                </a:moveTo>
                <a:lnTo>
                  <a:pt x="5001012" y="0"/>
                </a:lnTo>
                <a:lnTo>
                  <a:pt x="5001012" y="1"/>
                </a:lnTo>
                <a:lnTo>
                  <a:pt x="5001012" y="4304219"/>
                </a:lnTo>
                <a:lnTo>
                  <a:pt x="58322" y="4304219"/>
                </a:lnTo>
                <a:cubicBezTo>
                  <a:pt x="26112" y="4304219"/>
                  <a:pt x="0" y="4278107"/>
                  <a:pt x="0" y="4245897"/>
                </a:cubicBezTo>
                <a:lnTo>
                  <a:pt x="0" y="58322"/>
                </a:lnTo>
                <a:cubicBezTo>
                  <a:pt x="0" y="26112"/>
                  <a:pt x="26112" y="0"/>
                  <a:pt x="58322" y="0"/>
                </a:cubicBez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816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063BE5-C071-41FD-B46E-66E593A01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92201" y="1292662"/>
            <a:ext cx="10007600" cy="4333523"/>
          </a:xfrm>
          <a:prstGeom prst="roundRect">
            <a:avLst>
              <a:gd name="adj" fmla="val 1281"/>
            </a:avLst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009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59C2CC-921F-4753-9DC7-FC2BE6957830}"/>
              </a:ext>
            </a:extLst>
          </p:cNvPr>
          <p:cNvGrpSpPr/>
          <p:nvPr userDrawn="1"/>
        </p:nvGrpSpPr>
        <p:grpSpPr>
          <a:xfrm>
            <a:off x="5024978" y="3109229"/>
            <a:ext cx="2418064" cy="3748771"/>
            <a:chOff x="5024978" y="3109229"/>
            <a:chExt cx="2418064" cy="374877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1CEA0B8-7D76-4D8C-8A78-FA3F5117AD1A}"/>
                </a:ext>
              </a:extLst>
            </p:cNvPr>
            <p:cNvSpPr/>
            <p:nvPr/>
          </p:nvSpPr>
          <p:spPr>
            <a:xfrm>
              <a:off x="5352638" y="3109229"/>
              <a:ext cx="2090404" cy="3748771"/>
            </a:xfrm>
            <a:prstGeom prst="parallelogram">
              <a:avLst>
                <a:gd name="adj" fmla="val 42841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8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BF0B4BB-2F79-45A7-BD1C-2AB0ACFF25C0}"/>
                </a:ext>
              </a:extLst>
            </p:cNvPr>
            <p:cNvSpPr/>
            <p:nvPr/>
          </p:nvSpPr>
          <p:spPr>
            <a:xfrm>
              <a:off x="5024978" y="3109229"/>
              <a:ext cx="2090404" cy="3748771"/>
            </a:xfrm>
            <a:prstGeom prst="parallelogram">
              <a:avLst>
                <a:gd name="adj" fmla="val 43069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63000">
                  <a:schemeClr val="accent1">
                    <a:alpha val="0"/>
                  </a:schemeClr>
                </a:gs>
              </a:gsLst>
              <a:lin ang="162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06416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FC411482-A01D-4D41-9049-435751A03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CD4A95A7-CC45-4AFB-96BE-6972E37907F7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6607619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57AE9D31-0623-416B-A401-425C073177A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36381B5-2874-4CCA-A61B-B4BDD05B9CA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D8309-28B8-4E0E-B60C-F6DF2EAA1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368F232-4EDA-4308-9BC4-CE2AD87F14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1951038"/>
            <a:ext cx="46863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F6F0B4-EAF1-432E-AB16-AA9627F1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2726636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6892"/>
            <a:ext cx="12192000" cy="4574495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t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ACB414D-AF68-4F17-8B9B-1C70E89FEC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1446892"/>
            <a:ext cx="12192001" cy="4574495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US" sz="1800" smtClean="0">
                <a:solidFill>
                  <a:schemeClr val="lt1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ru-RU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ru-RU" dirty="0"/>
              <a:t>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2850" y="750888"/>
            <a:ext cx="46863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Вопрос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3B54F92A-A4F2-AB6F-94CB-95DB4752F4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4693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вопросом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9">
            <a:extLst>
              <a:ext uri="{FF2B5EF4-FFF2-40B4-BE49-F238E27FC236}">
                <a16:creationId xmlns:a16="http://schemas.microsoft.com/office/drawing/2014/main" id="{5714FDBB-C50A-4F9F-A96C-17853B9D3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4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937" t="5444" r="16938" b="15134"/>
          <a:stretch/>
        </p:blipFill>
        <p:spPr>
          <a:xfrm>
            <a:off x="6745917" y="663073"/>
            <a:ext cx="5425440" cy="6194927"/>
          </a:xfrm>
          <a:prstGeom prst="rect">
            <a:avLst/>
          </a:prstGeom>
        </p:spPr>
      </p:pic>
      <p:sp>
        <p:nvSpPr>
          <p:cNvPr id="10" name="Прямоугольник 2">
            <a:extLst>
              <a:ext uri="{FF2B5EF4-FFF2-40B4-BE49-F238E27FC236}">
                <a16:creationId xmlns:a16="http://schemas.microsoft.com/office/drawing/2014/main" id="{6E97C4FE-CB97-4C1E-B4C4-ECC5269A7C19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507CC24-3842-40FB-B371-67EEA4221B4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159CEF-90A6-4569-9B57-0757D037C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3287895"/>
            <a:ext cx="8229600" cy="892488"/>
          </a:xfrm>
        </p:spPr>
        <p:txBody>
          <a:bodyPr anchor="ctr"/>
          <a:lstStyle>
            <a:lvl1pPr algn="ctr">
              <a:lnSpc>
                <a:spcPts val="3600"/>
              </a:lnSpc>
              <a:defRPr sz="2800" cap="all" baseline="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вопрос с большим количеством текста в несколько строк</a:t>
            </a:r>
          </a:p>
        </p:txBody>
      </p:sp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24131676-1D1D-CD3E-01A0-5DA05B257C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3891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ая фраз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F857E-104E-4CB8-9B97-DFEEBCDC77A5}"/>
              </a:ext>
            </a:extLst>
          </p:cNvPr>
          <p:cNvSpPr/>
          <p:nvPr userDrawn="1"/>
        </p:nvSpPr>
        <p:spPr>
          <a:xfrm>
            <a:off x="-1" y="1141753"/>
            <a:ext cx="7354754" cy="4574495"/>
          </a:xfrm>
          <a:custGeom>
            <a:avLst/>
            <a:gdLst>
              <a:gd name="connsiteX0" fmla="*/ 0 w 7354754"/>
              <a:gd name="connsiteY0" fmla="*/ 0 h 4574495"/>
              <a:gd name="connsiteX1" fmla="*/ 7354754 w 7354754"/>
              <a:gd name="connsiteY1" fmla="*/ 0 h 4574495"/>
              <a:gd name="connsiteX2" fmla="*/ 6256130 w 7354754"/>
              <a:gd name="connsiteY2" fmla="*/ 4574495 h 4574495"/>
              <a:gd name="connsiteX3" fmla="*/ 0 w 7354754"/>
              <a:gd name="connsiteY3" fmla="*/ 4574495 h 457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4754" h="4574495">
                <a:moveTo>
                  <a:pt x="0" y="0"/>
                </a:moveTo>
                <a:lnTo>
                  <a:pt x="7354754" y="0"/>
                </a:lnTo>
                <a:lnTo>
                  <a:pt x="6256130" y="4574495"/>
                </a:lnTo>
                <a:lnTo>
                  <a:pt x="0" y="457449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11" name="Рисунок 82">
            <a:extLst>
              <a:ext uri="{FF2B5EF4-FFF2-40B4-BE49-F238E27FC236}">
                <a16:creationId xmlns:a16="http://schemas.microsoft.com/office/drawing/2014/main" id="{C9CA1AE7-E8C7-4A85-8AFC-AD924F33D6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23520" b="35217"/>
          <a:stretch/>
        </p:blipFill>
        <p:spPr>
          <a:xfrm>
            <a:off x="3579971" y="2120900"/>
            <a:ext cx="3595042" cy="3721889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B2E4D1C-5BCE-442C-A13D-F006CA583CC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F586D425-74B3-4E43-B34F-117430617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875003"/>
            <a:ext cx="4889500" cy="1107996"/>
          </a:xfrm>
        </p:spPr>
        <p:txBody>
          <a:bodyPr anchor="ctr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 короткая фраза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067C3-07A2-49F7-98B6-8D64BBEE3E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361099"/>
            <a:ext cx="488950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866F56C-B103-47FC-8B84-4F5467FF7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168468"/>
            <a:ext cx="48895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181FC807-FF07-814C-5EE7-3199C6AA54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1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роткая фраз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52E7292-5408-4D63-A23B-9FAE935529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0BE061-5F58-422F-A512-9463E3277201}"/>
              </a:ext>
            </a:extLst>
          </p:cNvPr>
          <p:cNvSpPr/>
          <p:nvPr userDrawn="1"/>
        </p:nvSpPr>
        <p:spPr>
          <a:xfrm>
            <a:off x="-1" y="1141753"/>
            <a:ext cx="12192000" cy="457449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9C1733-F1DE-4FBF-8EA8-C8FEE7948AF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lum bright="70000" contrast="-70000"/>
            <a:alphaModFix amt="3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05" t="21702" r="8705" b="6617"/>
          <a:stretch/>
        </p:blipFill>
        <p:spPr>
          <a:xfrm>
            <a:off x="21716" y="1141753"/>
            <a:ext cx="12192000" cy="45744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cxnSp>
        <p:nvCxnSpPr>
          <p:cNvPr id="8" name="Прямая соединительная линия 5">
            <a:extLst>
              <a:ext uri="{FF2B5EF4-FFF2-40B4-BE49-F238E27FC236}">
                <a16:creationId xmlns:a16="http://schemas.microsoft.com/office/drawing/2014/main" id="{397FC5C2-F13C-4545-9772-EC697CBFC059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82">
            <a:extLst>
              <a:ext uri="{FF2B5EF4-FFF2-40B4-BE49-F238E27FC236}">
                <a16:creationId xmlns:a16="http://schemas.microsoft.com/office/drawing/2014/main" id="{69F71186-8403-4694-AD30-E0138038B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3520" b="35217"/>
          <a:stretch/>
        </p:blipFill>
        <p:spPr>
          <a:xfrm>
            <a:off x="8278116" y="1664267"/>
            <a:ext cx="3913884" cy="405198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4A8AFAC-E4B3-4B1C-9D19-1914F6B0B6E4}"/>
              </a:ext>
            </a:extLst>
          </p:cNvPr>
          <p:cNvGrpSpPr/>
          <p:nvPr userDrawn="1"/>
        </p:nvGrpSpPr>
        <p:grpSpPr>
          <a:xfrm>
            <a:off x="-1" y="971550"/>
            <a:ext cx="12213717" cy="4914900"/>
            <a:chOff x="-1" y="958707"/>
            <a:chExt cx="12213717" cy="49149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A4ED0F-1C60-4B2D-8732-019F0A5B55E6}"/>
                </a:ext>
              </a:extLst>
            </p:cNvPr>
            <p:cNvCxnSpPr/>
            <p:nvPr userDrawn="1"/>
          </p:nvCxnSpPr>
          <p:spPr>
            <a:xfrm>
              <a:off x="-1" y="9587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23C465-EB69-451D-83EB-77C16C5C0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" y="5873607"/>
              <a:ext cx="12213717" cy="0"/>
            </a:xfrm>
            <a:prstGeom prst="line">
              <a:avLst/>
            </a:prstGeom>
            <a:ln w="50800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Заголовок 6">
            <a:extLst>
              <a:ext uri="{FF2B5EF4-FFF2-40B4-BE49-F238E27FC236}">
                <a16:creationId xmlns:a16="http://schemas.microsoft.com/office/drawing/2014/main" id="{892C7CF8-ECA8-456D-8502-12A805011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4500" y="3172183"/>
            <a:ext cx="8763000" cy="1107996"/>
          </a:xfrm>
        </p:spPr>
        <p:txBody>
          <a:bodyPr anchor="ctr"/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Крупная</a:t>
            </a:r>
            <a:br>
              <a:rPr lang="ru-RU" dirty="0"/>
            </a:br>
            <a:r>
              <a:rPr lang="ru-RU" dirty="0"/>
              <a:t>короткая фраза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CFAC486-CBF0-4911-B71D-B6454A7C1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43175" y="2658279"/>
            <a:ext cx="710565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2D4709-CFED-4B57-9602-F4092BAE5C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175" y="4465648"/>
            <a:ext cx="710565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en-US" sz="18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>
              <a:defRPr lang="en-US" sz="2400" kern="1200" cap="none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>
              <a:defRPr lang="ru-RU" sz="2400" kern="1200" cap="none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ru-RU" dirty="0"/>
              <a:t>пояснительный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784737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62FE5-846C-4B2F-923C-650BED95D931}"/>
              </a:ext>
            </a:extLst>
          </p:cNvPr>
          <p:cNvSpPr txBox="1"/>
          <p:nvPr userDrawn="1"/>
        </p:nvSpPr>
        <p:spPr>
          <a:xfrm>
            <a:off x="6234433" y="-2001"/>
            <a:ext cx="1295226" cy="30777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0000" dirty="0">
                <a:solidFill>
                  <a:schemeClr val="accent6"/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0000" dirty="0">
              <a:solidFill>
                <a:schemeClr val="accent6"/>
              </a:solidFill>
              <a:latin typeface="+mj-lt"/>
              <a:ea typeface="Inter" panose="020B0504000000000000" pitchFamily="34" charset="-5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1482343" y="614861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97000">
                <a:schemeClr val="accent1">
                  <a:alpha val="0"/>
                </a:schemeClr>
              </a:gs>
            </a:gsLst>
            <a:lin ang="27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00" y="907469"/>
            <a:ext cx="4535424" cy="5043062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7926" y="1756728"/>
            <a:ext cx="4337480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480" y="5102216"/>
            <a:ext cx="3598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480" y="5436324"/>
            <a:ext cx="3598926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  <p:pic>
        <p:nvPicPr>
          <p:cNvPr id="11" name="Рисунок 3">
            <a:extLst>
              <a:ext uri="{FF2B5EF4-FFF2-40B4-BE49-F238E27FC236}">
                <a16:creationId xmlns:a16="http://schemas.microsoft.com/office/drawing/2014/main" id="{82DE6A61-13B3-4760-A2EC-3AEE7DE12E6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9253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Цита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B8B82DE-50F1-4A3A-AB52-9FDCF1AEB9D1}"/>
              </a:ext>
            </a:extLst>
          </p:cNvPr>
          <p:cNvSpPr txBox="1"/>
          <p:nvPr userDrawn="1"/>
        </p:nvSpPr>
        <p:spPr>
          <a:xfrm>
            <a:off x="538548" y="314325"/>
            <a:ext cx="1865895" cy="44319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Aft>
                <a:spcPts val="300"/>
              </a:spcAft>
              <a:buClr>
                <a:schemeClr val="accent1"/>
              </a:buClr>
            </a:pPr>
            <a:r>
              <a:rPr lang="en-US" sz="28800" dirty="0">
                <a:solidFill>
                  <a:schemeClr val="accent6">
                    <a:alpha val="12000"/>
                  </a:schemeClr>
                </a:solidFill>
                <a:latin typeface="+mj-lt"/>
                <a:ea typeface="Inter" panose="020B0504000000000000" pitchFamily="34" charset="-52"/>
              </a:rPr>
              <a:t>“</a:t>
            </a:r>
            <a:endParaRPr lang="ru-RU" sz="28800" dirty="0">
              <a:solidFill>
                <a:schemeClr val="accent6">
                  <a:alpha val="12000"/>
                </a:schemeClr>
              </a:solidFill>
              <a:latin typeface="+mj-lt"/>
              <a:ea typeface="Inter" panose="020B0504000000000000" pitchFamily="34" charset="-52"/>
            </a:endParaRPr>
          </a:p>
        </p:txBody>
      </p:sp>
      <p:pic>
        <p:nvPicPr>
          <p:cNvPr id="15" name="Рисунок 3">
            <a:extLst>
              <a:ext uri="{FF2B5EF4-FFF2-40B4-BE49-F238E27FC236}">
                <a16:creationId xmlns:a16="http://schemas.microsoft.com/office/drawing/2014/main" id="{6F4DD93A-7BB2-43FE-9CA6-1E923441810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3495" y="311312"/>
            <a:ext cx="1188000" cy="3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AFD724-3059-4751-BABB-102909D41311}"/>
              </a:ext>
            </a:extLst>
          </p:cNvPr>
          <p:cNvSpPr/>
          <p:nvPr userDrawn="1"/>
        </p:nvSpPr>
        <p:spPr>
          <a:xfrm>
            <a:off x="561932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E5D02-CB2E-4153-A775-5875A722BA6A}"/>
              </a:ext>
            </a:extLst>
          </p:cNvPr>
          <p:cNvSpPr/>
          <p:nvPr userDrawn="1"/>
        </p:nvSpPr>
        <p:spPr>
          <a:xfrm>
            <a:off x="6055540" y="0"/>
            <a:ext cx="4535424" cy="5043062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A2426C6-F07B-4ACF-9D84-58B60D24F9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96230" y="0"/>
            <a:ext cx="5795770" cy="6858000"/>
          </a:xfrm>
          <a:prstGeom prst="rect">
            <a:avLst/>
          </a:pr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ru-RU" dirty="0"/>
              <a:t>Фотография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6E94-AE5D-435C-BFA6-B89A1C872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754112"/>
            <a:ext cx="451340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Текст цитаты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83F5249-2463-46E3-B45E-777E64BB2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678" y="5102216"/>
            <a:ext cx="450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Имя автора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A1545B6-DADB-4484-8C32-B3BB13B76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78" y="5436324"/>
            <a:ext cx="4506265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9144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13716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82880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198453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75871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мало текста с плейсхолдер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21DBFA-2785-476F-BB4E-D29C3F5F83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45582" y="0"/>
            <a:ext cx="5646418" cy="6858000"/>
          </a:xfrm>
          <a:custGeom>
            <a:avLst/>
            <a:gdLst>
              <a:gd name="connsiteX0" fmla="*/ 1636395 w 5646418"/>
              <a:gd name="connsiteY0" fmla="*/ 0 h 6858000"/>
              <a:gd name="connsiteX1" fmla="*/ 5646418 w 5646418"/>
              <a:gd name="connsiteY1" fmla="*/ 0 h 6858000"/>
              <a:gd name="connsiteX2" fmla="*/ 5646418 w 5646418"/>
              <a:gd name="connsiteY2" fmla="*/ 6858000 h 6858000"/>
              <a:gd name="connsiteX3" fmla="*/ 0 w 564641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6418" h="6858000">
                <a:moveTo>
                  <a:pt x="1636395" y="0"/>
                </a:moveTo>
                <a:lnTo>
                  <a:pt x="5646418" y="0"/>
                </a:lnTo>
                <a:lnTo>
                  <a:pt x="5646418" y="6858000"/>
                </a:lnTo>
                <a:lnTo>
                  <a:pt x="0" y="6858000"/>
                </a:lnTo>
                <a:close/>
              </a:path>
            </a:pathLst>
          </a:custGeom>
          <a:pattFill prst="lgCheck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140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7" y="1341120"/>
            <a:ext cx="5646399" cy="1046633"/>
          </a:xfrm>
        </p:spPr>
        <p:txBody>
          <a:bodyPr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en-US" dirty="0"/>
              <a:t>Headline</a:t>
            </a:r>
            <a:br>
              <a:rPr lang="en-US" dirty="0"/>
            </a:br>
            <a:r>
              <a:rPr lang="en-US" dirty="0"/>
              <a:t>with several lines</a:t>
            </a:r>
            <a:endParaRPr lang="ru-RU" dirty="0"/>
          </a:p>
        </p:txBody>
      </p:sp>
      <p:cxnSp>
        <p:nvCxnSpPr>
          <p:cNvPr id="11" name="Прямая соединительная линия 30">
            <a:extLst>
              <a:ext uri="{FF2B5EF4-FFF2-40B4-BE49-F238E27FC236}">
                <a16:creationId xmlns:a16="http://schemas.microsoft.com/office/drawing/2014/main" id="{917BE271-46E7-4DBA-A0CD-B80420923A7E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50032-1C33-4722-ABFA-3C055341AB6A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948355E-81FE-492B-B96C-F96D26E5B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54B01C2C-7434-51EE-6BC1-B6DED8C584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243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_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CB1BA33C-C1F7-40A7-AEF5-CF9FB62DC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22" name="Прямоугольник 2">
            <a:extLst>
              <a:ext uri="{FF2B5EF4-FFF2-40B4-BE49-F238E27FC236}">
                <a16:creationId xmlns:a16="http://schemas.microsoft.com/office/drawing/2014/main" id="{C8636BB8-0E4C-41F4-8743-4970E70B13A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D10374-6A79-4F0D-8864-2A0B42245C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10" name="Рамка 29">
            <a:extLst>
              <a:ext uri="{FF2B5EF4-FFF2-40B4-BE49-F238E27FC236}">
                <a16:creationId xmlns:a16="http://schemas.microsoft.com/office/drawing/2014/main" id="{F3866D87-E695-4F59-A63B-A269D94BB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30">
            <a:extLst>
              <a:ext uri="{FF2B5EF4-FFF2-40B4-BE49-F238E27FC236}">
                <a16:creationId xmlns:a16="http://schemas.microsoft.com/office/drawing/2014/main" id="{498A6940-DBC4-46E6-B215-61E80287D227}"/>
              </a:ext>
            </a:extLst>
          </p:cNvPr>
          <p:cNvCxnSpPr>
            <a:cxnSpLocks/>
          </p:cNvCxnSpPr>
          <p:nvPr userDrawn="1"/>
        </p:nvCxnSpPr>
        <p:spPr>
          <a:xfrm>
            <a:off x="914400" y="137160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A542E-FC3E-450E-9732-E4DA99B10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468" y="2589454"/>
            <a:ext cx="5003982" cy="1046633"/>
          </a:xfrm>
        </p:spPr>
        <p:txBody>
          <a:bodyPr wrap="square" anchor="ctr">
            <a:spAutoFit/>
          </a:bodyPr>
          <a:lstStyle>
            <a:lvl1pPr>
              <a:lnSpc>
                <a:spcPts val="4200"/>
              </a:lnSpc>
              <a:spcAft>
                <a:spcPts val="0"/>
              </a:spcAft>
              <a:defRPr sz="3200" cap="all" baseline="0"/>
            </a:lvl1pPr>
          </a:lstStyle>
          <a:p>
            <a:r>
              <a:rPr lang="en-US" dirty="0"/>
              <a:t>Headline</a:t>
            </a:r>
            <a:br>
              <a:rPr lang="en-US" dirty="0"/>
            </a:br>
            <a:r>
              <a:rPr lang="en-US" dirty="0"/>
              <a:t>with several lines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381719-C377-4979-B410-BA170EE9C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561" y="4961393"/>
            <a:ext cx="52598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2000" kern="1200" cap="none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10FB9F3-ACA6-4B34-BBFF-8D6A1FBCD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5310641"/>
            <a:ext cx="5259821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400" kern="1200" dirty="0" smtClean="0">
                <a:solidFill>
                  <a:schemeClr val="bg2"/>
                </a:solidFill>
                <a:latin typeface="+mn-lt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22419E-C953-485E-9FEC-00B1B4F4D9E6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75CC804-0CD4-4B89-A524-328F16D168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B662DF8A-96E9-DF2E-BEE6-23585984E9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209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ный без изображ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able&#10;&#10;Description automatically generated">
            <a:extLst>
              <a:ext uri="{FF2B5EF4-FFF2-40B4-BE49-F238E27FC236}">
                <a16:creationId xmlns:a16="http://schemas.microsoft.com/office/drawing/2014/main" id="{DB8F0A0E-4A01-4BC2-95D8-CC6D77F1A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5" b="6961"/>
          <a:stretch/>
        </p:blipFill>
        <p:spPr>
          <a:xfrm>
            <a:off x="6915150" y="1075601"/>
            <a:ext cx="5276850" cy="5782399"/>
          </a:xfrm>
          <a:prstGeom prst="rect">
            <a:avLst/>
          </a:prstGeom>
        </p:spPr>
      </p:pic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A165DB1E-F99F-4F5E-B9CF-BEE49A7D5268}"/>
              </a:ext>
            </a:extLst>
          </p:cNvPr>
          <p:cNvSpPr/>
          <p:nvPr userDrawn="1"/>
        </p:nvSpPr>
        <p:spPr>
          <a:xfrm>
            <a:off x="6725275" y="352425"/>
            <a:ext cx="5466725" cy="6505575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8B40DDC-AF21-425F-9985-2CAA0649920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1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05" r="8705"/>
          <a:stretch/>
        </p:blipFill>
        <p:spPr>
          <a:xfrm>
            <a:off x="21716" y="61913"/>
            <a:ext cx="12192000" cy="6381750"/>
          </a:xfrm>
          <a:prstGeom prst="rect">
            <a:avLst/>
          </a:prstGeom>
        </p:spPr>
      </p:pic>
      <p:sp>
        <p:nvSpPr>
          <p:cNvPr id="4" name="Рамка 29">
            <a:extLst>
              <a:ext uri="{FF2B5EF4-FFF2-40B4-BE49-F238E27FC236}">
                <a16:creationId xmlns:a16="http://schemas.microsoft.com/office/drawing/2014/main" id="{0834A1E9-DEA2-4810-98C1-4864B91A12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30">
            <a:extLst>
              <a:ext uri="{FF2B5EF4-FFF2-40B4-BE49-F238E27FC236}">
                <a16:creationId xmlns:a16="http://schemas.microsoft.com/office/drawing/2014/main" id="{F132133A-891C-4552-A97F-33204B2F7CB0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D79935-82BE-423B-BC88-EC03A5F2D4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6466" y="1341120"/>
            <a:ext cx="50570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AB0D41-54FA-455A-B04F-360320D6BD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466" y="1833563"/>
            <a:ext cx="50570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Font typeface="Arial" panose="020B0604020202020204" pitchFamily="34" charset="0"/>
              <a:buNone/>
              <a:defRPr lang="en-US" sz="3200" kern="120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Font typeface="Arial" panose="020B0604020202020204" pitchFamily="34" charset="0"/>
              <a:buNone/>
              <a:defRPr lang="ru-RU" sz="32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20C9937-63C3-4E89-8622-8FB346561E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561" y="4955043"/>
            <a:ext cx="5259821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Event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C5D5843-46DE-4D8B-BA27-CEC322CDA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561" y="5253491"/>
            <a:ext cx="5259821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1pPr>
            <a:lvl2pPr marL="457200" indent="0">
              <a:buNone/>
              <a:defRPr lang="en-US" sz="1200" kern="1200" dirty="0" smtClean="0">
                <a:solidFill>
                  <a:schemeClr val="bg2"/>
                </a:solidFill>
                <a:latin typeface="Inter" panose="020B0304000000000000" pitchFamily="34" charset="-52"/>
                <a:ea typeface="Inter" panose="020B0304000000000000" pitchFamily="34" charset="-52"/>
                <a:cs typeface="+mn-cs"/>
              </a:defRPr>
            </a:lvl2pPr>
            <a:lvl3pPr marL="9144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en-US" sz="150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ru-RU" sz="15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95936-F81D-4307-A99D-B29477736C00}"/>
              </a:ext>
            </a:extLst>
          </p:cNvPr>
          <p:cNvCxnSpPr/>
          <p:nvPr userDrawn="1"/>
        </p:nvCxnSpPr>
        <p:spPr>
          <a:xfrm>
            <a:off x="2887278" y="497955"/>
            <a:ext cx="0" cy="472914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66B9984-AE22-4B5C-812E-1577743102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30" y="489643"/>
            <a:ext cx="2397144" cy="361451"/>
          </a:xfrm>
          <a:prstGeom prst="rect">
            <a:avLst/>
          </a:prstGeo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4853E9D8-1E8F-CE90-7C12-1A27CF946F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875" y="498549"/>
            <a:ext cx="1557474" cy="4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6854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строчка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Headline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93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 строчки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5355F3C-E6E3-4C63-B953-DD5EB36C0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290209"/>
            <a:ext cx="8431847" cy="332399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Headline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3E8EC5-9DB4-4A6C-A7A6-D4BF7DFE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‹#›</a:t>
            </a:fld>
            <a:endParaRPr lang="ru-RU" sz="1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CBE75-DB49-402A-A589-8CF0928E92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8738" y="6649906"/>
            <a:ext cx="9710420" cy="11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kumimoji="0" lang="en-US" sz="800" b="0" i="1" u="none" strike="noStrike" kern="1200" cap="none" spc="0" normalizeH="0" baseline="0" dirty="0" smtClean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kumimoji="0" lang="ru-RU" sz="800" b="0" i="1" u="none" strike="noStrike" kern="1200" cap="none" spc="0" normalizeH="0" baseline="0" dirty="0">
                <a:ln>
                  <a:noFill/>
                </a:ln>
                <a:solidFill>
                  <a:srgbClr val="7F7F7F">
                    <a:lumMod val="10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FCC7-863C-407B-9FB0-9545797528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617855"/>
            <a:ext cx="8431846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2400" cap="all" baseline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 dirty="0"/>
              <a:t>Second line</a:t>
            </a:r>
          </a:p>
        </p:txBody>
      </p:sp>
    </p:spTree>
    <p:extLst>
      <p:ext uri="{BB962C8B-B14F-4D97-AF65-F5344CB8AC3E}">
        <p14:creationId xmlns:p14="http://schemas.microsoft.com/office/powerpoint/2010/main" val="1122175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A4A3A4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2880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Relationship Id="rId34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64.xml"/><Relationship Id="rId33" Type="http://schemas.openxmlformats.org/officeDocument/2006/relationships/theme" Target="../theme/theme2.xml"/><Relationship Id="rId34" Type="http://schemas.openxmlformats.org/officeDocument/2006/relationships/image" Target="../media/image1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6.xml"/><Relationship Id="rId33" Type="http://schemas.openxmlformats.org/officeDocument/2006/relationships/theme" Target="../theme/theme3.xml"/><Relationship Id="rId34" Type="http://schemas.openxmlformats.org/officeDocument/2006/relationships/image" Target="../media/image1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15.xml"/><Relationship Id="rId20" Type="http://schemas.openxmlformats.org/officeDocument/2006/relationships/slideLayout" Target="../slideLayouts/slideLayout116.xml"/><Relationship Id="rId21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19.xml"/><Relationship Id="rId24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122.xml"/><Relationship Id="rId27" Type="http://schemas.openxmlformats.org/officeDocument/2006/relationships/slideLayout" Target="../slideLayouts/slideLayout123.xml"/><Relationship Id="rId28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25.xml"/><Relationship Id="rId30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28.xml"/><Relationship Id="rId33" Type="http://schemas.openxmlformats.org/officeDocument/2006/relationships/theme" Target="../theme/theme4.xml"/><Relationship Id="rId34" Type="http://schemas.openxmlformats.org/officeDocument/2006/relationships/image" Target="../media/image1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0.xml"/><Relationship Id="rId13" Type="http://schemas.openxmlformats.org/officeDocument/2006/relationships/slideLayout" Target="../slideLayouts/slideLayout141.xml"/><Relationship Id="rId14" Type="http://schemas.openxmlformats.org/officeDocument/2006/relationships/slideLayout" Target="../slideLayouts/slideLayout142.xml"/><Relationship Id="rId15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44.xml"/><Relationship Id="rId17" Type="http://schemas.openxmlformats.org/officeDocument/2006/relationships/slideLayout" Target="../slideLayouts/slideLayout145.xml"/><Relationship Id="rId18" Type="http://schemas.openxmlformats.org/officeDocument/2006/relationships/slideLayout" Target="../slideLayouts/slideLayout146.xml"/><Relationship Id="rId19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48.xml"/><Relationship Id="rId21" Type="http://schemas.openxmlformats.org/officeDocument/2006/relationships/slideLayout" Target="../slideLayouts/slideLayout149.xml"/><Relationship Id="rId22" Type="http://schemas.openxmlformats.org/officeDocument/2006/relationships/slideLayout" Target="../slideLayouts/slideLayout150.xml"/><Relationship Id="rId23" Type="http://schemas.openxmlformats.org/officeDocument/2006/relationships/slideLayout" Target="../slideLayouts/slideLayout151.xml"/><Relationship Id="rId24" Type="http://schemas.openxmlformats.org/officeDocument/2006/relationships/slideLayout" Target="../slideLayouts/slideLayout152.xml"/><Relationship Id="rId25" Type="http://schemas.openxmlformats.org/officeDocument/2006/relationships/slideLayout" Target="../slideLayouts/slideLayout153.xml"/><Relationship Id="rId26" Type="http://schemas.openxmlformats.org/officeDocument/2006/relationships/slideLayout" Target="../slideLayouts/slideLayout154.xml"/><Relationship Id="rId27" Type="http://schemas.openxmlformats.org/officeDocument/2006/relationships/slideLayout" Target="../slideLayouts/slideLayout155.xml"/><Relationship Id="rId28" Type="http://schemas.openxmlformats.org/officeDocument/2006/relationships/slideLayout" Target="../slideLayouts/slideLayout156.xml"/><Relationship Id="rId29" Type="http://schemas.openxmlformats.org/officeDocument/2006/relationships/slideLayout" Target="../slideLayouts/slideLayout157.xml"/><Relationship Id="rId30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59.xml"/><Relationship Id="rId32" Type="http://schemas.openxmlformats.org/officeDocument/2006/relationships/slideLayout" Target="../slideLayouts/slideLayout160.xml"/><Relationship Id="rId33" Type="http://schemas.openxmlformats.org/officeDocument/2006/relationships/theme" Target="../theme/theme5.xml"/><Relationship Id="rId34" Type="http://schemas.openxmlformats.org/officeDocument/2006/relationships/image" Target="../media/image1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theme" Target="../theme/theme6.xml"/><Relationship Id="rId8" Type="http://schemas.openxmlformats.org/officeDocument/2006/relationships/image" Target="../media/image1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94C8D-D735-4ACD-99AD-CE38B34642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0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797" r:id="rId2"/>
    <p:sldLayoutId id="2147483670" r:id="rId3"/>
    <p:sldLayoutId id="2147483654" r:id="rId4"/>
    <p:sldLayoutId id="2147483655" r:id="rId5"/>
    <p:sldLayoutId id="2147483782" r:id="rId6"/>
    <p:sldLayoutId id="2147483656" r:id="rId7"/>
    <p:sldLayoutId id="2147483657" r:id="rId8"/>
    <p:sldLayoutId id="2147483659" r:id="rId9"/>
    <p:sldLayoutId id="2147483791" r:id="rId10"/>
    <p:sldLayoutId id="214748364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71" r:id="rId19"/>
    <p:sldLayoutId id="2147483666" r:id="rId20"/>
    <p:sldLayoutId id="2147483668" r:id="rId21"/>
    <p:sldLayoutId id="2147483667" r:id="rId22"/>
    <p:sldLayoutId id="2147483783" r:id="rId23"/>
    <p:sldLayoutId id="2147483784" r:id="rId24"/>
    <p:sldLayoutId id="2147483652" r:id="rId25"/>
    <p:sldLayoutId id="2147483786" r:id="rId26"/>
    <p:sldLayoutId id="2147483798" r:id="rId27"/>
    <p:sldLayoutId id="2147483787" r:id="rId28"/>
    <p:sldLayoutId id="2147483788" r:id="rId29"/>
    <p:sldLayoutId id="2147483789" r:id="rId30"/>
    <p:sldLayoutId id="2147483790" r:id="rId31"/>
    <p:sldLayoutId id="2147483785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94C8D-D735-4ACD-99AD-CE38B34642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1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60" r:id="rId25"/>
    <p:sldLayoutId id="2147483861" r:id="rId26"/>
    <p:sldLayoutId id="2147483799" r:id="rId27"/>
    <p:sldLayoutId id="2147483862" r:id="rId28"/>
    <p:sldLayoutId id="2147483863" r:id="rId29"/>
    <p:sldLayoutId id="2147483864" r:id="rId30"/>
    <p:sldLayoutId id="2147483865" r:id="rId31"/>
    <p:sldLayoutId id="2147483866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94C8D-D735-4ACD-99AD-CE38B34642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84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  <p:sldLayoutId id="2147483889" r:id="rId22"/>
    <p:sldLayoutId id="2147483890" r:id="rId23"/>
    <p:sldLayoutId id="2147483891" r:id="rId24"/>
    <p:sldLayoutId id="2147483892" r:id="rId25"/>
    <p:sldLayoutId id="2147483893" r:id="rId26"/>
    <p:sldLayoutId id="2147483963" r:id="rId27"/>
    <p:sldLayoutId id="2147483894" r:id="rId28"/>
    <p:sldLayoutId id="2147483895" r:id="rId29"/>
    <p:sldLayoutId id="2147483896" r:id="rId30"/>
    <p:sldLayoutId id="2147483897" r:id="rId31"/>
    <p:sldLayoutId id="2147483898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94C8D-D735-4ACD-99AD-CE38B34642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01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  <p:sldLayoutId id="2147483917" r:id="rId18"/>
    <p:sldLayoutId id="2147483918" r:id="rId19"/>
    <p:sldLayoutId id="2147483919" r:id="rId20"/>
    <p:sldLayoutId id="2147483920" r:id="rId21"/>
    <p:sldLayoutId id="2147483921" r:id="rId22"/>
    <p:sldLayoutId id="2147483922" r:id="rId23"/>
    <p:sldLayoutId id="2147483923" r:id="rId24"/>
    <p:sldLayoutId id="2147483924" r:id="rId25"/>
    <p:sldLayoutId id="2147483925" r:id="rId26"/>
    <p:sldLayoutId id="2147483964" r:id="rId27"/>
    <p:sldLayoutId id="2147483926" r:id="rId28"/>
    <p:sldLayoutId id="2147483927" r:id="rId29"/>
    <p:sldLayoutId id="2147483928" r:id="rId30"/>
    <p:sldLayoutId id="2147483929" r:id="rId31"/>
    <p:sldLayoutId id="2147483930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D94C8D-D735-4ACD-99AD-CE38B34642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20106" y="311312"/>
            <a:ext cx="1188000" cy="3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55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65" r:id="rId27"/>
    <p:sldLayoutId id="2147483958" r:id="rId28"/>
    <p:sldLayoutId id="2147483959" r:id="rId29"/>
    <p:sldLayoutId id="2147483960" r:id="rId30"/>
    <p:sldLayoutId id="2147483961" r:id="rId31"/>
    <p:sldLayoutId id="2147483962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9C9BD-21E9-449D-AC34-AE646E1C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headline</a:t>
            </a: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A02ED60-1E16-4472-862A-F4BCE8A240EB}"/>
              </a:ext>
            </a:extLst>
          </p:cNvPr>
          <p:cNvCxnSpPr>
            <a:cxnSpLocks/>
          </p:cNvCxnSpPr>
          <p:nvPr userDrawn="1"/>
        </p:nvCxnSpPr>
        <p:spPr>
          <a:xfrm>
            <a:off x="658813" y="6697548"/>
            <a:ext cx="35464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1ADE5-6B1A-42B3-AC44-51DD66BC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" y="6620603"/>
            <a:ext cx="4572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B6AA8A74-8566-41AB-BE36-77E5736D8C67}" type="slidenum">
              <a:rPr lang="ru-RU" smtClean="0"/>
              <a:pPr/>
              <a:t>‹#›</a:t>
            </a:fld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720EF02-168D-4373-8E99-1B778954DF8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487" y="311312"/>
            <a:ext cx="1060704" cy="36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8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10" r:id="rId2"/>
    <p:sldLayoutId id="2147483811" r:id="rId3"/>
    <p:sldLayoutId id="2147483814" r:id="rId4"/>
    <p:sldLayoutId id="2147483815" r:id="rId5"/>
    <p:sldLayoutId id="214748383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3" pos="688" userDrawn="1">
          <p15:clr>
            <a:srgbClr val="A4A3A4"/>
          </p15:clr>
        </p15:guide>
        <p15:guide id="4" pos="6992" userDrawn="1">
          <p15:clr>
            <a:srgbClr val="A4A3A4"/>
          </p15:clr>
        </p15:guide>
      </p15:sldGuideLst>
    </p:ext>
  </p:extLst>
</p:sldMaster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e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svg"/><Relationship Id="rId3" Type="http://schemas.openxmlformats.org/officeDocument/2006/relationships/chart" Target="../charts/chart10.xml"/><Relationship Id="rId4" Type="http://schemas.openxmlformats.org/officeDocument/2006/relationships/image" Target="../media/image49.svg"/><Relationship Id="rId5" Type="http://schemas.openxmlformats.org/officeDocument/2006/relationships/chart" Target="../charts/chart1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sv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" name="Picture Placeholder 34" descr="A person and person looking at a computer screen&#10;&#10;Description automatically generated with low confidence">
            <a:extLst>
              <a:ext uri="{FF2B5EF4-FFF2-40B4-BE49-F238E27FC236}">
                <a16:creationId xmlns:a16="http://schemas.microsoft.com/office/drawing/2014/main" id="{2261C5E4-BB8C-4E6D-9F24-D0E9626E18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6" b="9516"/>
          <a:stretch/>
        </p:blipFill>
        <p:spPr>
          <a:xfrm>
            <a:off x="6545582" y="0"/>
            <a:ext cx="5646418" cy="6858000"/>
          </a:xfrm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B7662CFA-2D10-4B96-B4C8-D115CD29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7" y="1341120"/>
            <a:ext cx="5646399" cy="1579407"/>
          </a:xfrm>
        </p:spPr>
        <p:txBody>
          <a:bodyPr/>
          <a:lstStyle/>
          <a:p>
            <a:r>
              <a:rPr lang="ru-RU" b="1" dirty="0"/>
              <a:t>Пилот цифровой</a:t>
            </a:r>
            <a:br>
              <a:rPr lang="ru-RU" b="1" dirty="0"/>
            </a:br>
            <a:r>
              <a:rPr lang="ru-RU" b="1" dirty="0"/>
              <a:t>платформы обучения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57A638B-34DA-4F17-AA2D-CDE09C4012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2561" y="4955043"/>
            <a:ext cx="5259821" cy="207749"/>
          </a:xfrm>
        </p:spPr>
        <p:txBody>
          <a:bodyPr/>
          <a:lstStyle/>
          <a:p>
            <a:r>
              <a:rPr lang="ru-RU" dirty="0"/>
              <a:t>Демонстрационный пример · данные условные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1032565-461C-4682-B1E3-FB6E38410B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2561" y="5253491"/>
            <a:ext cx="5259821" cy="166199"/>
          </a:xfrm>
        </p:spPr>
        <p:txBody>
          <a:bodyPr/>
          <a:lstStyle/>
          <a:p>
            <a:r>
              <a:rPr lang="ru-RU" dirty="0">
                <a:latin typeface="+mn-lt"/>
              </a:rPr>
              <a:t>Октябрь 2026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5D3475B-3AC8-42EF-9276-5BD226082EBF}"/>
              </a:ext>
            </a:extLst>
          </p:cNvPr>
          <p:cNvSpPr/>
          <p:nvPr/>
        </p:nvSpPr>
        <p:spPr>
          <a:xfrm rot="10800000">
            <a:off x="6545583" y="-6"/>
            <a:ext cx="1787823" cy="6858002"/>
          </a:xfrm>
          <a:prstGeom prst="parallelogram">
            <a:avLst>
              <a:gd name="adj" fmla="val 91693"/>
            </a:avLst>
          </a:prstGeom>
          <a:solidFill>
            <a:schemeClr val="bg1">
              <a:alpha val="2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5253B6E-DEDC-4028-BDC9-408347A0DE09}"/>
              </a:ext>
            </a:extLst>
          </p:cNvPr>
          <p:cNvSpPr/>
          <p:nvPr/>
        </p:nvSpPr>
        <p:spPr>
          <a:xfrm>
            <a:off x="5352638" y="3109229"/>
            <a:ext cx="2090404" cy="3748771"/>
          </a:xfrm>
          <a:prstGeom prst="parallelogram">
            <a:avLst>
              <a:gd name="adj" fmla="val 42841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8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B5DAD892-10C5-4032-BCF0-F0644CDF51F4}"/>
              </a:ext>
            </a:extLst>
          </p:cNvPr>
          <p:cNvSpPr/>
          <p:nvPr/>
        </p:nvSpPr>
        <p:spPr>
          <a:xfrm>
            <a:off x="5024978" y="3109229"/>
            <a:ext cx="2090404" cy="3748771"/>
          </a:xfrm>
          <a:prstGeom prst="parallelogram">
            <a:avLst>
              <a:gd name="adj" fmla="val 43069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63000">
                <a:schemeClr val="accent1">
                  <a:alpha val="0"/>
                </a:schemeClr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Рамка 29">
            <a:extLst>
              <a:ext uri="{FF2B5EF4-FFF2-40B4-BE49-F238E27FC236}">
                <a16:creationId xmlns:a16="http://schemas.microsoft.com/office/drawing/2014/main" id="{817F361B-3B90-41DA-9BA3-25F4E5605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944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7" name="Прямая соединительная линия 30">
            <a:extLst>
              <a:ext uri="{FF2B5EF4-FFF2-40B4-BE49-F238E27FC236}">
                <a16:creationId xmlns:a16="http://schemas.microsoft.com/office/drawing/2014/main" id="{44950E25-E631-4354-9277-74CD4ACFDB72}"/>
              </a:ext>
            </a:extLst>
          </p:cNvPr>
          <p:cNvCxnSpPr>
            <a:cxnSpLocks/>
          </p:cNvCxnSpPr>
          <p:nvPr/>
        </p:nvCxnSpPr>
        <p:spPr>
          <a:xfrm>
            <a:off x="914400" y="1402080"/>
            <a:ext cx="0" cy="348234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1E281F8-CE6F-48A0-A959-01040E27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290209"/>
            <a:ext cx="8431847" cy="332399"/>
          </a:xfrm>
        </p:spPr>
        <p:txBody>
          <a:bodyPr/>
          <a:lstStyle/>
          <a:p>
            <a:r>
              <a:rPr lang="ru-RU" b="1" dirty="0"/>
              <a:t>Содержание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78460-8CA0-45C8-BBAF-E1AAD9C71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72D9DA-5F5E-4B06-B03D-3DAE3616C0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6" name="Таблица 9">
            <a:extLst>
              <a:ext uri="{FF2B5EF4-FFF2-40B4-BE49-F238E27FC236}">
                <a16:creationId xmlns:a16="http://schemas.microsoft.com/office/drawing/2014/main" id="{E357F098-5576-4AFF-BFE0-7E8FDB8D5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72740"/>
              </p:ext>
            </p:extLst>
          </p:nvPr>
        </p:nvGraphicFramePr>
        <p:xfrm>
          <a:off x="1092200" y="1257721"/>
          <a:ext cx="10007599" cy="291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454">
                  <a:extLst>
                    <a:ext uri="{9D8B030D-6E8A-4147-A177-3AD203B41FA5}">
                      <a16:colId xmlns:a16="http://schemas.microsoft.com/office/drawing/2014/main" val="1261033496"/>
                    </a:ext>
                  </a:extLst>
                </a:gridCol>
                <a:gridCol w="9038715">
                  <a:extLst>
                    <a:ext uri="{9D8B030D-6E8A-4147-A177-3AD203B41FA5}">
                      <a16:colId xmlns:a16="http://schemas.microsoft.com/office/drawing/2014/main" val="4193909274"/>
                    </a:ext>
                  </a:extLst>
                </a:gridCol>
                <a:gridCol w="478430">
                  <a:extLst>
                    <a:ext uri="{9D8B030D-6E8A-4147-A177-3AD203B41FA5}">
                      <a16:colId xmlns:a16="http://schemas.microsoft.com/office/drawing/2014/main" val="615050785"/>
                    </a:ext>
                  </a:extLst>
                </a:gridCol>
              </a:tblGrid>
              <a:tr h="583301">
                <a:tc>
                  <a:txBody>
                    <a:bodyPr/>
                    <a:lstStyle/>
                    <a:p>
                      <a:r>
                        <a:rPr lang="ru-RU" sz="1800" b="0" i="0" dirty="0">
                          <a:solidFill>
                            <a:schemeClr val="accent1"/>
                          </a:solidFill>
                          <a:latin typeface="+mj-lt"/>
                          <a:ea typeface="Helvetica Neue Thin" panose="020B0403020202020204" pitchFamily="34" charset="0"/>
                        </a:rPr>
                        <a:t>01</a:t>
                      </a:r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bg2"/>
                          </a:solidFill>
                          <a:latin typeface="+mn-lt"/>
                          <a:ea typeface="Helvetica Neue Thin" panose="020B0403020202020204" pitchFamily="34" charset="0"/>
                        </a:rPr>
                        <a:t>Цели пилота</a:t>
                      </a:r>
                    </a:p>
                  </a:txBody>
                  <a:tcPr marL="144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Helvetica Neue Thin" panose="020B0403020202020204" pitchFamily="34" charset="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982930"/>
                  </a:ext>
                </a:extLst>
              </a:tr>
              <a:tr h="583301">
                <a:tc>
                  <a:txBody>
                    <a:bodyPr/>
                    <a:lstStyle/>
                    <a:p>
                      <a:r>
                        <a:rPr lang="ru-RU" sz="1800" b="0" i="0" dirty="0">
                          <a:solidFill>
                            <a:schemeClr val="accent1"/>
                          </a:solidFill>
                          <a:latin typeface="+mj-lt"/>
                          <a:ea typeface="Helvetica Neue Thin" panose="020B0403020202020204" pitchFamily="34" charset="0"/>
                        </a:rPr>
                        <a:t>02</a:t>
                      </a:r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bg2"/>
                          </a:solidFill>
                          <a:latin typeface="+mn-lt"/>
                          <a:ea typeface="Helvetica Neue Thin" panose="020B0403020202020204" pitchFamily="34" charset="0"/>
                        </a:rPr>
                        <a:t>Ключевые результаты</a:t>
                      </a:r>
                    </a:p>
                  </a:txBody>
                  <a:tcPr marL="144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Helvetica Neue Thin" panose="020B0403020202020204" pitchFamily="34" charset="0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435149"/>
                  </a:ext>
                </a:extLst>
              </a:tr>
              <a:tr h="583301">
                <a:tc>
                  <a:txBody>
                    <a:bodyPr/>
                    <a:lstStyle/>
                    <a:p>
                      <a:r>
                        <a:rPr lang="ru-RU" sz="1800" b="0" i="0" dirty="0">
                          <a:solidFill>
                            <a:schemeClr val="accent1"/>
                          </a:solidFill>
                          <a:latin typeface="+mj-lt"/>
                          <a:ea typeface="Helvetica Neue Thin" panose="020B0403020202020204" pitchFamily="34" charset="0"/>
                        </a:rPr>
                        <a:t>03</a:t>
                      </a:r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bg2"/>
                          </a:solidFill>
                          <a:latin typeface="+mn-lt"/>
                          <a:ea typeface="Helvetica Neue Thin" panose="020B0403020202020204" pitchFamily="34" charset="0"/>
                        </a:rPr>
                        <a:t>Динамика и вовлечённость</a:t>
                      </a:r>
                    </a:p>
                  </a:txBody>
                  <a:tcPr marL="144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Helvetica Neue Thin" panose="020B0403020202020204" pitchFamily="34" charset="0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124195"/>
                  </a:ext>
                </a:extLst>
              </a:tr>
              <a:tr h="583301">
                <a:tc>
                  <a:txBody>
                    <a:bodyPr/>
                    <a:lstStyle/>
                    <a:p>
                      <a:r>
                        <a:rPr lang="ru-RU" sz="1800" b="0" i="0" dirty="0">
                          <a:solidFill>
                            <a:schemeClr val="accent1"/>
                          </a:solidFill>
                          <a:latin typeface="+mj-lt"/>
                          <a:ea typeface="Helvetica Neue Thin" panose="020B0403020202020204" pitchFamily="34" charset="0"/>
                        </a:rPr>
                        <a:t>04</a:t>
                      </a:r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bg2"/>
                          </a:solidFill>
                          <a:latin typeface="+mn-lt"/>
                          <a:ea typeface="Helvetica Neue Thin" panose="020B0403020202020204" pitchFamily="34" charset="0"/>
                        </a:rPr>
                        <a:t>Бюджет</a:t>
                      </a:r>
                    </a:p>
                  </a:txBody>
                  <a:tcPr marL="144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Helvetica Neue Thin" panose="020B0403020202020204" pitchFamily="34" charset="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377392"/>
                  </a:ext>
                </a:extLst>
              </a:tr>
              <a:tr h="583301">
                <a:tc>
                  <a:txBody>
                    <a:bodyPr/>
                    <a:lstStyle/>
                    <a:p>
                      <a:r>
                        <a:rPr lang="ru-RU" sz="1800" b="0" i="0" dirty="0">
                          <a:solidFill>
                            <a:schemeClr val="accent1"/>
                          </a:solidFill>
                          <a:latin typeface="+mj-lt"/>
                          <a:ea typeface="Helvetica Neue Thin" panose="020B0403020202020204" pitchFamily="34" charset="0"/>
                        </a:rPr>
                        <a:t>05</a:t>
                      </a:r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bg2"/>
                          </a:solidFill>
                          <a:latin typeface="+mn-lt"/>
                          <a:ea typeface="Helvetica Neue Thin" panose="020B0403020202020204" pitchFamily="34" charset="0"/>
                        </a:rPr>
                        <a:t>План масштабирования</a:t>
                      </a:r>
                    </a:p>
                  </a:txBody>
                  <a:tcPr marL="144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Helvetica Neue Thin" panose="020B0403020202020204" pitchFamily="34" charset="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895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29B7F18-CB8E-465C-B3E1-3FB4496D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61" y="2587669"/>
            <a:ext cx="5646399" cy="1231106"/>
          </a:xfrm>
        </p:spPr>
        <p:txBody>
          <a:bodyPr/>
          <a:lstStyle/>
          <a:p>
            <a:r>
              <a:rPr lang="ru-RU" b="1" dirty="0"/>
              <a:t>Цели и результаты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itle 16">
            <a:extLst>
              <a:ext uri="{FF2B5EF4-FFF2-40B4-BE49-F238E27FC236}">
                <a16:creationId xmlns:a16="http://schemas.microsoft.com/office/drawing/2014/main" id="{AAE4FB76-9A3E-48AA-BCE8-A58207A0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Цели пилота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124B3-526E-48A0-9F99-7750B580D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85953A-8DC7-4379-90A7-FDF0042E5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ABF8D51-668F-412A-8197-6FC02FDA5692}"/>
              </a:ext>
            </a:extLst>
          </p:cNvPr>
          <p:cNvGrpSpPr/>
          <p:nvPr/>
        </p:nvGrpSpPr>
        <p:grpSpPr>
          <a:xfrm>
            <a:off x="1122363" y="1238919"/>
            <a:ext cx="9977437" cy="861774"/>
            <a:chOff x="1122363" y="1238919"/>
            <a:chExt cx="9977437" cy="86177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D9973D0-C074-47F8-A398-EFD0A6BBD2B7}"/>
                </a:ext>
              </a:extLst>
            </p:cNvPr>
            <p:cNvSpPr txBox="1"/>
            <p:nvPr/>
          </p:nvSpPr>
          <p:spPr>
            <a:xfrm>
              <a:off x="1889760" y="1238919"/>
              <a:ext cx="921004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Перевести 30% учебных курсов магистратуры в смешанный формат без потери качества</a:t>
              </a:r>
              <a:endParaRPr lang="ru-RU" sz="1400" dirty="0">
                <a:solidFill>
                  <a:schemeClr val="bg2"/>
                </a:solidFill>
              </a:endParaRPr>
            </a:p>
          </p:txBody>
        </p:sp>
        <p:grpSp>
          <p:nvGrpSpPr>
            <p:cNvPr id="39" name="Рисунок 214">
              <a:extLst>
                <a:ext uri="{FF2B5EF4-FFF2-40B4-BE49-F238E27FC236}">
                  <a16:creationId xmlns:a16="http://schemas.microsoft.com/office/drawing/2014/main" id="{00624B98-DECF-4574-A184-5D0F05D3C21A}"/>
                </a:ext>
              </a:extLst>
            </p:cNvPr>
            <p:cNvGrpSpPr/>
            <p:nvPr/>
          </p:nvGrpSpPr>
          <p:grpSpPr>
            <a:xfrm>
              <a:off x="1188360" y="1300172"/>
              <a:ext cx="425739" cy="557730"/>
              <a:chOff x="1305050" y="1376625"/>
              <a:chExt cx="382320" cy="500849"/>
            </a:xfrm>
            <a:solidFill>
              <a:srgbClr val="C31632"/>
            </a:solidFill>
          </p:grpSpPr>
          <p:sp>
            <p:nvSpPr>
              <p:cNvPr id="88" name="Freeform: Shape 32">
                <a:extLst>
                  <a:ext uri="{FF2B5EF4-FFF2-40B4-BE49-F238E27FC236}">
                    <a16:creationId xmlns:a16="http://schemas.microsoft.com/office/drawing/2014/main" id="{C3D96066-36E3-4FBC-A637-6F2DC5A6E70F}"/>
                  </a:ext>
                </a:extLst>
              </p:cNvPr>
              <p:cNvSpPr/>
              <p:nvPr/>
            </p:nvSpPr>
            <p:spPr>
              <a:xfrm>
                <a:off x="1334750" y="1376625"/>
                <a:ext cx="336092" cy="282150"/>
              </a:xfrm>
              <a:custGeom>
                <a:avLst/>
                <a:gdLst>
                  <a:gd name="connsiteX0" fmla="*/ 4860 w 336092"/>
                  <a:gd name="connsiteY0" fmla="*/ 82890 h 282150"/>
                  <a:gd name="connsiteX1" fmla="*/ 67500 w 336092"/>
                  <a:gd name="connsiteY1" fmla="*/ 110430 h 282150"/>
                  <a:gd name="connsiteX2" fmla="*/ 48600 w 336092"/>
                  <a:gd name="connsiteY2" fmla="*/ 171990 h 282150"/>
                  <a:gd name="connsiteX3" fmla="*/ 158760 w 336092"/>
                  <a:gd name="connsiteY3" fmla="*/ 282150 h 282150"/>
                  <a:gd name="connsiteX4" fmla="*/ 268920 w 336092"/>
                  <a:gd name="connsiteY4" fmla="*/ 171990 h 282150"/>
                  <a:gd name="connsiteX5" fmla="*/ 250560 w 336092"/>
                  <a:gd name="connsiteY5" fmla="*/ 110970 h 282150"/>
                  <a:gd name="connsiteX6" fmla="*/ 305640 w 336092"/>
                  <a:gd name="connsiteY6" fmla="*/ 85050 h 282150"/>
                  <a:gd name="connsiteX7" fmla="*/ 305640 w 336092"/>
                  <a:gd name="connsiteY7" fmla="*/ 189810 h 282150"/>
                  <a:gd name="connsiteX8" fmla="*/ 288900 w 336092"/>
                  <a:gd name="connsiteY8" fmla="*/ 225450 h 282150"/>
                  <a:gd name="connsiteX9" fmla="*/ 289440 w 336092"/>
                  <a:gd name="connsiteY9" fmla="*/ 233010 h 282150"/>
                  <a:gd name="connsiteX10" fmla="*/ 296460 w 336092"/>
                  <a:gd name="connsiteY10" fmla="*/ 236790 h 282150"/>
                  <a:gd name="connsiteX11" fmla="*/ 328320 w 336092"/>
                  <a:gd name="connsiteY11" fmla="*/ 236790 h 282150"/>
                  <a:gd name="connsiteX12" fmla="*/ 334800 w 336092"/>
                  <a:gd name="connsiteY12" fmla="*/ 233010 h 282150"/>
                  <a:gd name="connsiteX13" fmla="*/ 335340 w 336092"/>
                  <a:gd name="connsiteY13" fmla="*/ 225450 h 282150"/>
                  <a:gd name="connsiteX14" fmla="*/ 320760 w 336092"/>
                  <a:gd name="connsiteY14" fmla="*/ 189810 h 282150"/>
                  <a:gd name="connsiteX15" fmla="*/ 320760 w 336092"/>
                  <a:gd name="connsiteY15" fmla="*/ 78030 h 282150"/>
                  <a:gd name="connsiteX16" fmla="*/ 312660 w 336092"/>
                  <a:gd name="connsiteY16" fmla="*/ 67230 h 282150"/>
                  <a:gd name="connsiteX17" fmla="*/ 162540 w 336092"/>
                  <a:gd name="connsiteY17" fmla="*/ 810 h 282150"/>
                  <a:gd name="connsiteX18" fmla="*/ 156060 w 336092"/>
                  <a:gd name="connsiteY18" fmla="*/ 810 h 282150"/>
                  <a:gd name="connsiteX19" fmla="*/ 4860 w 336092"/>
                  <a:gd name="connsiteY19" fmla="*/ 67770 h 282150"/>
                  <a:gd name="connsiteX20" fmla="*/ 0 w 336092"/>
                  <a:gd name="connsiteY20" fmla="*/ 75330 h 282150"/>
                  <a:gd name="connsiteX21" fmla="*/ 4860 w 336092"/>
                  <a:gd name="connsiteY21" fmla="*/ 82890 h 282150"/>
                  <a:gd name="connsiteX22" fmla="*/ 252180 w 336092"/>
                  <a:gd name="connsiteY22" fmla="*/ 171990 h 282150"/>
                  <a:gd name="connsiteX23" fmla="*/ 158220 w 336092"/>
                  <a:gd name="connsiteY23" fmla="*/ 265950 h 282150"/>
                  <a:gd name="connsiteX24" fmla="*/ 64260 w 336092"/>
                  <a:gd name="connsiteY24" fmla="*/ 171990 h 282150"/>
                  <a:gd name="connsiteX25" fmla="*/ 82080 w 336092"/>
                  <a:gd name="connsiteY25" fmla="*/ 116910 h 282150"/>
                  <a:gd name="connsiteX26" fmla="*/ 155520 w 336092"/>
                  <a:gd name="connsiteY26" fmla="*/ 149850 h 282150"/>
                  <a:gd name="connsiteX27" fmla="*/ 158760 w 336092"/>
                  <a:gd name="connsiteY27" fmla="*/ 150390 h 282150"/>
                  <a:gd name="connsiteX28" fmla="*/ 162000 w 336092"/>
                  <a:gd name="connsiteY28" fmla="*/ 149850 h 282150"/>
                  <a:gd name="connsiteX29" fmla="*/ 234360 w 336092"/>
                  <a:gd name="connsiteY29" fmla="*/ 117450 h 282150"/>
                  <a:gd name="connsiteX30" fmla="*/ 252180 w 336092"/>
                  <a:gd name="connsiteY30" fmla="*/ 171990 h 282150"/>
                  <a:gd name="connsiteX31" fmla="*/ 308880 w 336092"/>
                  <a:gd name="connsiteY31" fmla="*/ 220590 h 282150"/>
                  <a:gd name="connsiteX32" fmla="*/ 312660 w 336092"/>
                  <a:gd name="connsiteY32" fmla="*/ 212490 h 282150"/>
                  <a:gd name="connsiteX33" fmla="*/ 315900 w 336092"/>
                  <a:gd name="connsiteY33" fmla="*/ 220590 h 282150"/>
                  <a:gd name="connsiteX34" fmla="*/ 308880 w 336092"/>
                  <a:gd name="connsiteY34" fmla="*/ 220590 h 282150"/>
                  <a:gd name="connsiteX35" fmla="*/ 159300 w 336092"/>
                  <a:gd name="connsiteY35" fmla="*/ 17010 h 282150"/>
                  <a:gd name="connsiteX36" fmla="*/ 290520 w 336092"/>
                  <a:gd name="connsiteY36" fmla="*/ 75330 h 282150"/>
                  <a:gd name="connsiteX37" fmla="*/ 159300 w 336092"/>
                  <a:gd name="connsiteY37" fmla="*/ 133650 h 282150"/>
                  <a:gd name="connsiteX38" fmla="*/ 28080 w 336092"/>
                  <a:gd name="connsiteY38" fmla="*/ 75330 h 282150"/>
                  <a:gd name="connsiteX39" fmla="*/ 159300 w 336092"/>
                  <a:gd name="connsiteY39" fmla="*/ 17010 h 28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36092" h="282150">
                    <a:moveTo>
                      <a:pt x="4860" y="82890"/>
                    </a:moveTo>
                    <a:lnTo>
                      <a:pt x="67500" y="110430"/>
                    </a:lnTo>
                    <a:cubicBezTo>
                      <a:pt x="55080" y="128790"/>
                      <a:pt x="48600" y="149850"/>
                      <a:pt x="48600" y="171990"/>
                    </a:cubicBezTo>
                    <a:cubicBezTo>
                      <a:pt x="48600" y="232470"/>
                      <a:pt x="97740" y="282150"/>
                      <a:pt x="158760" y="282150"/>
                    </a:cubicBezTo>
                    <a:cubicBezTo>
                      <a:pt x="219780" y="282150"/>
                      <a:pt x="268920" y="233010"/>
                      <a:pt x="268920" y="171990"/>
                    </a:cubicBezTo>
                    <a:cubicBezTo>
                      <a:pt x="268920" y="150390"/>
                      <a:pt x="262440" y="128790"/>
                      <a:pt x="250560" y="110970"/>
                    </a:cubicBezTo>
                    <a:lnTo>
                      <a:pt x="305640" y="85050"/>
                    </a:lnTo>
                    <a:lnTo>
                      <a:pt x="305640" y="189810"/>
                    </a:lnTo>
                    <a:lnTo>
                      <a:pt x="288900" y="225450"/>
                    </a:lnTo>
                    <a:cubicBezTo>
                      <a:pt x="287820" y="228150"/>
                      <a:pt x="287820" y="230850"/>
                      <a:pt x="289440" y="233010"/>
                    </a:cubicBezTo>
                    <a:cubicBezTo>
                      <a:pt x="291060" y="235170"/>
                      <a:pt x="293760" y="236790"/>
                      <a:pt x="296460" y="236790"/>
                    </a:cubicBezTo>
                    <a:lnTo>
                      <a:pt x="328320" y="236790"/>
                    </a:lnTo>
                    <a:cubicBezTo>
                      <a:pt x="331020" y="236790"/>
                      <a:pt x="333720" y="235710"/>
                      <a:pt x="334800" y="233010"/>
                    </a:cubicBezTo>
                    <a:cubicBezTo>
                      <a:pt x="336420" y="230850"/>
                      <a:pt x="336420" y="228150"/>
                      <a:pt x="335340" y="225450"/>
                    </a:cubicBezTo>
                    <a:lnTo>
                      <a:pt x="320760" y="189810"/>
                    </a:lnTo>
                    <a:lnTo>
                      <a:pt x="320760" y="78030"/>
                    </a:lnTo>
                    <a:cubicBezTo>
                      <a:pt x="320760" y="73710"/>
                      <a:pt x="320220" y="70470"/>
                      <a:pt x="312660" y="67230"/>
                    </a:cubicBezTo>
                    <a:cubicBezTo>
                      <a:pt x="311040" y="66690"/>
                      <a:pt x="162540" y="810"/>
                      <a:pt x="162540" y="810"/>
                    </a:cubicBezTo>
                    <a:cubicBezTo>
                      <a:pt x="160380" y="-270"/>
                      <a:pt x="158220" y="-270"/>
                      <a:pt x="156060" y="810"/>
                    </a:cubicBezTo>
                    <a:lnTo>
                      <a:pt x="4860" y="67770"/>
                    </a:lnTo>
                    <a:cubicBezTo>
                      <a:pt x="2160" y="68850"/>
                      <a:pt x="0" y="72090"/>
                      <a:pt x="0" y="75330"/>
                    </a:cubicBezTo>
                    <a:cubicBezTo>
                      <a:pt x="0" y="78570"/>
                      <a:pt x="1620" y="81270"/>
                      <a:pt x="4860" y="82890"/>
                    </a:cubicBezTo>
                    <a:close/>
                    <a:moveTo>
                      <a:pt x="252180" y="171990"/>
                    </a:moveTo>
                    <a:cubicBezTo>
                      <a:pt x="252180" y="223830"/>
                      <a:pt x="210060" y="265950"/>
                      <a:pt x="158220" y="265950"/>
                    </a:cubicBezTo>
                    <a:cubicBezTo>
                      <a:pt x="106380" y="265950"/>
                      <a:pt x="64260" y="223830"/>
                      <a:pt x="64260" y="171990"/>
                    </a:cubicBezTo>
                    <a:cubicBezTo>
                      <a:pt x="64260" y="152010"/>
                      <a:pt x="70740" y="133110"/>
                      <a:pt x="82080" y="116910"/>
                    </a:cubicBezTo>
                    <a:lnTo>
                      <a:pt x="155520" y="149850"/>
                    </a:lnTo>
                    <a:cubicBezTo>
                      <a:pt x="156600" y="150390"/>
                      <a:pt x="157680" y="150390"/>
                      <a:pt x="158760" y="150390"/>
                    </a:cubicBezTo>
                    <a:cubicBezTo>
                      <a:pt x="159840" y="150390"/>
                      <a:pt x="160920" y="150390"/>
                      <a:pt x="162000" y="149850"/>
                    </a:cubicBezTo>
                    <a:lnTo>
                      <a:pt x="234360" y="117450"/>
                    </a:lnTo>
                    <a:cubicBezTo>
                      <a:pt x="246240" y="133650"/>
                      <a:pt x="252180" y="152550"/>
                      <a:pt x="252180" y="171990"/>
                    </a:cubicBezTo>
                    <a:close/>
                    <a:moveTo>
                      <a:pt x="308880" y="220590"/>
                    </a:moveTo>
                    <a:lnTo>
                      <a:pt x="312660" y="212490"/>
                    </a:lnTo>
                    <a:lnTo>
                      <a:pt x="315900" y="220590"/>
                    </a:lnTo>
                    <a:lnTo>
                      <a:pt x="308880" y="220590"/>
                    </a:lnTo>
                    <a:close/>
                    <a:moveTo>
                      <a:pt x="159300" y="17010"/>
                    </a:moveTo>
                    <a:lnTo>
                      <a:pt x="290520" y="75330"/>
                    </a:lnTo>
                    <a:lnTo>
                      <a:pt x="159300" y="133650"/>
                    </a:lnTo>
                    <a:lnTo>
                      <a:pt x="28080" y="75330"/>
                    </a:lnTo>
                    <a:lnTo>
                      <a:pt x="159300" y="17010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9" name="Freeform: Shape 34">
                <a:extLst>
                  <a:ext uri="{FF2B5EF4-FFF2-40B4-BE49-F238E27FC236}">
                    <a16:creationId xmlns:a16="http://schemas.microsoft.com/office/drawing/2014/main" id="{B92E08AF-B7D0-4D71-B010-B138B742F11F}"/>
                  </a:ext>
                </a:extLst>
              </p:cNvPr>
              <p:cNvSpPr/>
              <p:nvPr/>
            </p:nvSpPr>
            <p:spPr>
              <a:xfrm>
                <a:off x="1305050" y="1678214"/>
                <a:ext cx="382320" cy="199259"/>
              </a:xfrm>
              <a:custGeom>
                <a:avLst/>
                <a:gdLst>
                  <a:gd name="connsiteX0" fmla="*/ 191160 w 382320"/>
                  <a:gd name="connsiteY0" fmla="*/ 0 h 199259"/>
                  <a:gd name="connsiteX1" fmla="*/ 0 w 382320"/>
                  <a:gd name="connsiteY1" fmla="*/ 191160 h 199259"/>
                  <a:gd name="connsiteX2" fmla="*/ 8100 w 382320"/>
                  <a:gd name="connsiteY2" fmla="*/ 199260 h 199259"/>
                  <a:gd name="connsiteX3" fmla="*/ 374220 w 382320"/>
                  <a:gd name="connsiteY3" fmla="*/ 199260 h 199259"/>
                  <a:gd name="connsiteX4" fmla="*/ 382320 w 382320"/>
                  <a:gd name="connsiteY4" fmla="*/ 191160 h 199259"/>
                  <a:gd name="connsiteX5" fmla="*/ 191160 w 382320"/>
                  <a:gd name="connsiteY5" fmla="*/ 0 h 199259"/>
                  <a:gd name="connsiteX6" fmla="*/ 16740 w 382320"/>
                  <a:gd name="connsiteY6" fmla="*/ 183060 h 199259"/>
                  <a:gd name="connsiteX7" fmla="*/ 191700 w 382320"/>
                  <a:gd name="connsiteY7" fmla="*/ 16200 h 199259"/>
                  <a:gd name="connsiteX8" fmla="*/ 366120 w 382320"/>
                  <a:gd name="connsiteY8" fmla="*/ 183060 h 199259"/>
                  <a:gd name="connsiteX9" fmla="*/ 16740 w 382320"/>
                  <a:gd name="connsiteY9" fmla="*/ 183060 h 19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2320" h="199259">
                    <a:moveTo>
                      <a:pt x="191160" y="0"/>
                    </a:moveTo>
                    <a:cubicBezTo>
                      <a:pt x="85860" y="0"/>
                      <a:pt x="0" y="85860"/>
                      <a:pt x="0" y="191160"/>
                    </a:cubicBezTo>
                    <a:cubicBezTo>
                      <a:pt x="0" y="195480"/>
                      <a:pt x="3780" y="199260"/>
                      <a:pt x="8100" y="199260"/>
                    </a:cubicBezTo>
                    <a:lnTo>
                      <a:pt x="374220" y="199260"/>
                    </a:lnTo>
                    <a:cubicBezTo>
                      <a:pt x="378540" y="199260"/>
                      <a:pt x="382320" y="195480"/>
                      <a:pt x="382320" y="191160"/>
                    </a:cubicBezTo>
                    <a:cubicBezTo>
                      <a:pt x="382320" y="85860"/>
                      <a:pt x="296460" y="0"/>
                      <a:pt x="191160" y="0"/>
                    </a:cubicBezTo>
                    <a:close/>
                    <a:moveTo>
                      <a:pt x="16740" y="183060"/>
                    </a:moveTo>
                    <a:cubicBezTo>
                      <a:pt x="21060" y="90180"/>
                      <a:pt x="97740" y="16200"/>
                      <a:pt x="191700" y="16200"/>
                    </a:cubicBezTo>
                    <a:cubicBezTo>
                      <a:pt x="285660" y="16200"/>
                      <a:pt x="361800" y="90720"/>
                      <a:pt x="366120" y="183060"/>
                    </a:cubicBezTo>
                    <a:lnTo>
                      <a:pt x="16740" y="183060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1F676ED-BDE2-4A6B-AB99-39F241A469C5}"/>
              </a:ext>
            </a:extLst>
          </p:cNvPr>
          <p:cNvGrpSpPr/>
          <p:nvPr/>
        </p:nvGrpSpPr>
        <p:grpSpPr>
          <a:xfrm>
            <a:off x="1122363" y="2536720"/>
            <a:ext cx="9977437" cy="861774"/>
            <a:chOff x="1122363" y="2536720"/>
            <a:chExt cx="9977437" cy="86177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517B5CB-4C18-4341-BE0E-E66511BBDBCE}"/>
                </a:ext>
              </a:extLst>
            </p:cNvPr>
            <p:cNvSpPr txBox="1"/>
            <p:nvPr/>
          </p:nvSpPr>
          <p:spPr>
            <a:xfrm>
              <a:off x="1889760" y="2536720"/>
              <a:ext cx="921004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Дать преподавателям единый инструмент для материалов, заданий и обратной связи</a:t>
              </a:r>
              <a:endParaRPr lang="ru-RU" sz="1400" dirty="0">
                <a:solidFill>
                  <a:schemeClr val="bg2"/>
                </a:solidFill>
              </a:endParaRPr>
            </a:p>
          </p:txBody>
        </p:sp>
        <p:grpSp>
          <p:nvGrpSpPr>
            <p:cNvPr id="79" name="Рисунок 198">
              <a:extLst>
                <a:ext uri="{FF2B5EF4-FFF2-40B4-BE49-F238E27FC236}">
                  <a16:creationId xmlns:a16="http://schemas.microsoft.com/office/drawing/2014/main" id="{3A0F616E-BB3A-4435-A58B-F10E34934B90}"/>
                </a:ext>
              </a:extLst>
            </p:cNvPr>
            <p:cNvGrpSpPr/>
            <p:nvPr/>
          </p:nvGrpSpPr>
          <p:grpSpPr>
            <a:xfrm>
              <a:off x="1122363" y="2625856"/>
              <a:ext cx="557734" cy="501282"/>
              <a:chOff x="4492717" y="1429075"/>
              <a:chExt cx="436633" cy="392439"/>
            </a:xfrm>
            <a:solidFill>
              <a:srgbClr val="C31632"/>
            </a:solidFill>
          </p:grpSpPr>
          <p:sp>
            <p:nvSpPr>
              <p:cNvPr id="90" name="Freeform: Shape 55">
                <a:extLst>
                  <a:ext uri="{FF2B5EF4-FFF2-40B4-BE49-F238E27FC236}">
                    <a16:creationId xmlns:a16="http://schemas.microsoft.com/office/drawing/2014/main" id="{565BC97F-7895-4EEC-A3F7-BEE8700F2A74}"/>
                  </a:ext>
                </a:extLst>
              </p:cNvPr>
              <p:cNvSpPr/>
              <p:nvPr/>
            </p:nvSpPr>
            <p:spPr>
              <a:xfrm>
                <a:off x="4492717" y="1429075"/>
                <a:ext cx="436633" cy="392439"/>
              </a:xfrm>
              <a:custGeom>
                <a:avLst/>
                <a:gdLst>
                  <a:gd name="connsiteX0" fmla="*/ 428533 w 436633"/>
                  <a:gd name="connsiteY0" fmla="*/ 0 h 392439"/>
                  <a:gd name="connsiteX1" fmla="*/ 8100 w 436633"/>
                  <a:gd name="connsiteY1" fmla="*/ 0 h 392439"/>
                  <a:gd name="connsiteX2" fmla="*/ 0 w 436633"/>
                  <a:gd name="connsiteY2" fmla="*/ 8100 h 392439"/>
                  <a:gd name="connsiteX3" fmla="*/ 0 w 436633"/>
                  <a:gd name="connsiteY3" fmla="*/ 384340 h 392439"/>
                  <a:gd name="connsiteX4" fmla="*/ 8100 w 436633"/>
                  <a:gd name="connsiteY4" fmla="*/ 392440 h 392439"/>
                  <a:gd name="connsiteX5" fmla="*/ 428533 w 436633"/>
                  <a:gd name="connsiteY5" fmla="*/ 392440 h 392439"/>
                  <a:gd name="connsiteX6" fmla="*/ 436633 w 436633"/>
                  <a:gd name="connsiteY6" fmla="*/ 384340 h 392439"/>
                  <a:gd name="connsiteX7" fmla="*/ 436633 w 436633"/>
                  <a:gd name="connsiteY7" fmla="*/ 8100 h 392439"/>
                  <a:gd name="connsiteX8" fmla="*/ 428533 w 436633"/>
                  <a:gd name="connsiteY8" fmla="*/ 0 h 392439"/>
                  <a:gd name="connsiteX9" fmla="*/ 420433 w 436633"/>
                  <a:gd name="connsiteY9" fmla="*/ 376240 h 392439"/>
                  <a:gd name="connsiteX10" fmla="*/ 16200 w 436633"/>
                  <a:gd name="connsiteY10" fmla="*/ 376240 h 392439"/>
                  <a:gd name="connsiteX11" fmla="*/ 16200 w 436633"/>
                  <a:gd name="connsiteY11" fmla="*/ 16200 h 392439"/>
                  <a:gd name="connsiteX12" fmla="*/ 420433 w 436633"/>
                  <a:gd name="connsiteY12" fmla="*/ 16200 h 392439"/>
                  <a:gd name="connsiteX13" fmla="*/ 420433 w 436633"/>
                  <a:gd name="connsiteY13" fmla="*/ 376240 h 39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6633" h="392439">
                    <a:moveTo>
                      <a:pt x="428533" y="0"/>
                    </a:moveTo>
                    <a:lnTo>
                      <a:pt x="8100" y="0"/>
                    </a:lnTo>
                    <a:cubicBezTo>
                      <a:pt x="3623" y="0"/>
                      <a:pt x="0" y="3623"/>
                      <a:pt x="0" y="8100"/>
                    </a:cubicBezTo>
                    <a:lnTo>
                      <a:pt x="0" y="384340"/>
                    </a:lnTo>
                    <a:cubicBezTo>
                      <a:pt x="0" y="388811"/>
                      <a:pt x="3623" y="392440"/>
                      <a:pt x="8100" y="392440"/>
                    </a:cubicBezTo>
                    <a:lnTo>
                      <a:pt x="428533" y="392440"/>
                    </a:lnTo>
                    <a:cubicBezTo>
                      <a:pt x="433010" y="392440"/>
                      <a:pt x="436633" y="388811"/>
                      <a:pt x="436633" y="384340"/>
                    </a:cubicBezTo>
                    <a:lnTo>
                      <a:pt x="436633" y="8100"/>
                    </a:lnTo>
                    <a:cubicBezTo>
                      <a:pt x="436633" y="3623"/>
                      <a:pt x="433010" y="0"/>
                      <a:pt x="428533" y="0"/>
                    </a:cubicBezTo>
                    <a:close/>
                    <a:moveTo>
                      <a:pt x="420433" y="376240"/>
                    </a:moveTo>
                    <a:lnTo>
                      <a:pt x="16200" y="376240"/>
                    </a:lnTo>
                    <a:lnTo>
                      <a:pt x="16200" y="16200"/>
                    </a:lnTo>
                    <a:lnTo>
                      <a:pt x="420433" y="16200"/>
                    </a:lnTo>
                    <a:lnTo>
                      <a:pt x="420433" y="376240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1" name="Freeform: Shape 56">
                <a:extLst>
                  <a:ext uri="{FF2B5EF4-FFF2-40B4-BE49-F238E27FC236}">
                    <a16:creationId xmlns:a16="http://schemas.microsoft.com/office/drawing/2014/main" id="{4415A4F0-1ADA-42FE-B786-201F00D690B4}"/>
                  </a:ext>
                </a:extLst>
              </p:cNvPr>
              <p:cNvSpPr/>
              <p:nvPr/>
            </p:nvSpPr>
            <p:spPr>
              <a:xfrm>
                <a:off x="4590041" y="1504302"/>
                <a:ext cx="241979" cy="241979"/>
              </a:xfrm>
              <a:custGeom>
                <a:avLst/>
                <a:gdLst>
                  <a:gd name="connsiteX0" fmla="*/ 120982 w 241979"/>
                  <a:gd name="connsiteY0" fmla="*/ 241979 h 241979"/>
                  <a:gd name="connsiteX1" fmla="*/ 241537 w 241979"/>
                  <a:gd name="connsiteY1" fmla="*/ 130950 h 241979"/>
                  <a:gd name="connsiteX2" fmla="*/ 241979 w 241979"/>
                  <a:gd name="connsiteY2" fmla="*/ 128423 h 241979"/>
                  <a:gd name="connsiteX3" fmla="*/ 241828 w 241979"/>
                  <a:gd name="connsiteY3" fmla="*/ 126927 h 241979"/>
                  <a:gd name="connsiteX4" fmla="*/ 241979 w 241979"/>
                  <a:gd name="connsiteY4" fmla="*/ 120998 h 241979"/>
                  <a:gd name="connsiteX5" fmla="*/ 120982 w 241979"/>
                  <a:gd name="connsiteY5" fmla="*/ 0 h 241979"/>
                  <a:gd name="connsiteX6" fmla="*/ 0 w 241979"/>
                  <a:gd name="connsiteY6" fmla="*/ 120998 h 241979"/>
                  <a:gd name="connsiteX7" fmla="*/ 120982 w 241979"/>
                  <a:gd name="connsiteY7" fmla="*/ 241979 h 241979"/>
                  <a:gd name="connsiteX8" fmla="*/ 225747 w 241979"/>
                  <a:gd name="connsiteY8" fmla="*/ 120323 h 241979"/>
                  <a:gd name="connsiteX9" fmla="*/ 129082 w 241979"/>
                  <a:gd name="connsiteY9" fmla="*/ 120323 h 241979"/>
                  <a:gd name="connsiteX10" fmla="*/ 129082 w 241979"/>
                  <a:gd name="connsiteY10" fmla="*/ 16610 h 241979"/>
                  <a:gd name="connsiteX11" fmla="*/ 225747 w 241979"/>
                  <a:gd name="connsiteY11" fmla="*/ 120323 h 241979"/>
                  <a:gd name="connsiteX12" fmla="*/ 112882 w 241979"/>
                  <a:gd name="connsiteY12" fmla="*/ 16610 h 241979"/>
                  <a:gd name="connsiteX13" fmla="*/ 112882 w 241979"/>
                  <a:gd name="connsiteY13" fmla="*/ 128423 h 241979"/>
                  <a:gd name="connsiteX14" fmla="*/ 120982 w 241979"/>
                  <a:gd name="connsiteY14" fmla="*/ 136523 h 241979"/>
                  <a:gd name="connsiteX15" fmla="*/ 224500 w 241979"/>
                  <a:gd name="connsiteY15" fmla="*/ 136523 h 241979"/>
                  <a:gd name="connsiteX16" fmla="*/ 120982 w 241979"/>
                  <a:gd name="connsiteY16" fmla="*/ 225779 h 241979"/>
                  <a:gd name="connsiteX17" fmla="*/ 16200 w 241979"/>
                  <a:gd name="connsiteY17" fmla="*/ 120998 h 241979"/>
                  <a:gd name="connsiteX18" fmla="*/ 112882 w 241979"/>
                  <a:gd name="connsiteY18" fmla="*/ 16610 h 24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1979" h="241979">
                    <a:moveTo>
                      <a:pt x="120982" y="241979"/>
                    </a:moveTo>
                    <a:cubicBezTo>
                      <a:pt x="184345" y="241979"/>
                      <a:pt x="236455" y="193018"/>
                      <a:pt x="241537" y="130950"/>
                    </a:cubicBezTo>
                    <a:cubicBezTo>
                      <a:pt x="241801" y="130151"/>
                      <a:pt x="241979" y="129308"/>
                      <a:pt x="241979" y="128423"/>
                    </a:cubicBezTo>
                    <a:cubicBezTo>
                      <a:pt x="241979" y="127910"/>
                      <a:pt x="241920" y="127413"/>
                      <a:pt x="241828" y="126927"/>
                    </a:cubicBezTo>
                    <a:cubicBezTo>
                      <a:pt x="241925" y="124961"/>
                      <a:pt x="241979" y="122985"/>
                      <a:pt x="241979" y="120998"/>
                    </a:cubicBezTo>
                    <a:cubicBezTo>
                      <a:pt x="241979" y="54281"/>
                      <a:pt x="187699" y="0"/>
                      <a:pt x="120982" y="0"/>
                    </a:cubicBezTo>
                    <a:cubicBezTo>
                      <a:pt x="54270" y="0"/>
                      <a:pt x="0" y="54281"/>
                      <a:pt x="0" y="120998"/>
                    </a:cubicBezTo>
                    <a:cubicBezTo>
                      <a:pt x="5" y="187709"/>
                      <a:pt x="54275" y="241979"/>
                      <a:pt x="120982" y="241979"/>
                    </a:cubicBezTo>
                    <a:close/>
                    <a:moveTo>
                      <a:pt x="225747" y="120323"/>
                    </a:moveTo>
                    <a:lnTo>
                      <a:pt x="129082" y="120323"/>
                    </a:lnTo>
                    <a:lnTo>
                      <a:pt x="129082" y="16610"/>
                    </a:lnTo>
                    <a:cubicBezTo>
                      <a:pt x="182866" y="20758"/>
                      <a:pt x="225396" y="65578"/>
                      <a:pt x="225747" y="120323"/>
                    </a:cubicBezTo>
                    <a:close/>
                    <a:moveTo>
                      <a:pt x="112882" y="16610"/>
                    </a:moveTo>
                    <a:lnTo>
                      <a:pt x="112882" y="128423"/>
                    </a:lnTo>
                    <a:cubicBezTo>
                      <a:pt x="112882" y="132899"/>
                      <a:pt x="116505" y="136523"/>
                      <a:pt x="120982" y="136523"/>
                    </a:cubicBezTo>
                    <a:lnTo>
                      <a:pt x="224500" y="136523"/>
                    </a:lnTo>
                    <a:cubicBezTo>
                      <a:pt x="216956" y="186943"/>
                      <a:pt x="173480" y="225779"/>
                      <a:pt x="120982" y="225779"/>
                    </a:cubicBezTo>
                    <a:cubicBezTo>
                      <a:pt x="63207" y="225779"/>
                      <a:pt x="16200" y="178772"/>
                      <a:pt x="16200" y="120998"/>
                    </a:cubicBezTo>
                    <a:cubicBezTo>
                      <a:pt x="16205" y="65945"/>
                      <a:pt x="58892" y="20774"/>
                      <a:pt x="112882" y="1661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6D4B875-0474-4C68-8B2A-85C75D3C9A1F}"/>
              </a:ext>
            </a:extLst>
          </p:cNvPr>
          <p:cNvGrpSpPr/>
          <p:nvPr/>
        </p:nvGrpSpPr>
        <p:grpSpPr>
          <a:xfrm>
            <a:off x="1122363" y="3834521"/>
            <a:ext cx="9986669" cy="861774"/>
            <a:chOff x="1122363" y="3834521"/>
            <a:chExt cx="9986669" cy="861774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33F302-90E1-46C2-93AC-69F28E074E7F}"/>
                </a:ext>
              </a:extLst>
            </p:cNvPr>
            <p:cNvSpPr txBox="1"/>
            <p:nvPr/>
          </p:nvSpPr>
          <p:spPr>
            <a:xfrm>
              <a:off x="1898992" y="3834521"/>
              <a:ext cx="921004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Собрать данные о вовлечённости студентов для управления программами</a:t>
              </a:r>
              <a:endParaRPr lang="ru-RU" sz="1400" dirty="0">
                <a:solidFill>
                  <a:schemeClr val="bg2"/>
                </a:solidFill>
              </a:endParaRPr>
            </a:p>
          </p:txBody>
        </p:sp>
        <p:grpSp>
          <p:nvGrpSpPr>
            <p:cNvPr id="82" name="Рисунок 258">
              <a:extLst>
                <a:ext uri="{FF2B5EF4-FFF2-40B4-BE49-F238E27FC236}">
                  <a16:creationId xmlns:a16="http://schemas.microsoft.com/office/drawing/2014/main" id="{487465C9-8826-4275-852E-6055E2561838}"/>
                </a:ext>
              </a:extLst>
            </p:cNvPr>
            <p:cNvGrpSpPr/>
            <p:nvPr/>
          </p:nvGrpSpPr>
          <p:grpSpPr>
            <a:xfrm>
              <a:off x="1122363" y="3943739"/>
              <a:ext cx="557734" cy="448078"/>
              <a:chOff x="2076318" y="1424172"/>
              <a:chExt cx="452411" cy="363463"/>
            </a:xfrm>
            <a:solidFill>
              <a:srgbClr val="C31632"/>
            </a:solidFill>
          </p:grpSpPr>
          <p:sp>
            <p:nvSpPr>
              <p:cNvPr id="92" name="Freeform: Shape 41">
                <a:extLst>
                  <a:ext uri="{FF2B5EF4-FFF2-40B4-BE49-F238E27FC236}">
                    <a16:creationId xmlns:a16="http://schemas.microsoft.com/office/drawing/2014/main" id="{626876E7-418E-4C7C-8CAB-2CB70DEBAA5E}"/>
                  </a:ext>
                </a:extLst>
              </p:cNvPr>
              <p:cNvSpPr/>
              <p:nvPr/>
            </p:nvSpPr>
            <p:spPr>
              <a:xfrm>
                <a:off x="2076318" y="1424172"/>
                <a:ext cx="452411" cy="363463"/>
              </a:xfrm>
              <a:custGeom>
                <a:avLst/>
                <a:gdLst>
                  <a:gd name="connsiteX0" fmla="*/ 406010 w 452411"/>
                  <a:gd name="connsiteY0" fmla="*/ 65966 h 363463"/>
                  <a:gd name="connsiteX1" fmla="*/ 299641 w 452411"/>
                  <a:gd name="connsiteY1" fmla="*/ 65966 h 363463"/>
                  <a:gd name="connsiteX2" fmla="*/ 299641 w 452411"/>
                  <a:gd name="connsiteY2" fmla="*/ 42914 h 363463"/>
                  <a:gd name="connsiteX3" fmla="*/ 264368 w 452411"/>
                  <a:gd name="connsiteY3" fmla="*/ 0 h 363463"/>
                  <a:gd name="connsiteX4" fmla="*/ 188060 w 452411"/>
                  <a:gd name="connsiteY4" fmla="*/ 0 h 363463"/>
                  <a:gd name="connsiteX5" fmla="*/ 152788 w 452411"/>
                  <a:gd name="connsiteY5" fmla="*/ 42914 h 363463"/>
                  <a:gd name="connsiteX6" fmla="*/ 152788 w 452411"/>
                  <a:gd name="connsiteY6" fmla="*/ 65966 h 363463"/>
                  <a:gd name="connsiteX7" fmla="*/ 46402 w 452411"/>
                  <a:gd name="connsiteY7" fmla="*/ 65966 h 363463"/>
                  <a:gd name="connsiteX8" fmla="*/ 0 w 452411"/>
                  <a:gd name="connsiteY8" fmla="*/ 112369 h 363463"/>
                  <a:gd name="connsiteX9" fmla="*/ 0 w 452411"/>
                  <a:gd name="connsiteY9" fmla="*/ 317061 h 363463"/>
                  <a:gd name="connsiteX10" fmla="*/ 46402 w 452411"/>
                  <a:gd name="connsiteY10" fmla="*/ 363463 h 363463"/>
                  <a:gd name="connsiteX11" fmla="*/ 406010 w 452411"/>
                  <a:gd name="connsiteY11" fmla="*/ 363463 h 363463"/>
                  <a:gd name="connsiteX12" fmla="*/ 452412 w 452411"/>
                  <a:gd name="connsiteY12" fmla="*/ 317061 h 363463"/>
                  <a:gd name="connsiteX13" fmla="*/ 452412 w 452411"/>
                  <a:gd name="connsiteY13" fmla="*/ 112369 h 363463"/>
                  <a:gd name="connsiteX14" fmla="*/ 406010 w 452411"/>
                  <a:gd name="connsiteY14" fmla="*/ 65966 h 363463"/>
                  <a:gd name="connsiteX15" fmla="*/ 168988 w 452411"/>
                  <a:gd name="connsiteY15" fmla="*/ 42914 h 363463"/>
                  <a:gd name="connsiteX16" fmla="*/ 188060 w 452411"/>
                  <a:gd name="connsiteY16" fmla="*/ 16200 h 363463"/>
                  <a:gd name="connsiteX17" fmla="*/ 264368 w 452411"/>
                  <a:gd name="connsiteY17" fmla="*/ 16200 h 363463"/>
                  <a:gd name="connsiteX18" fmla="*/ 283441 w 452411"/>
                  <a:gd name="connsiteY18" fmla="*/ 42914 h 363463"/>
                  <a:gd name="connsiteX19" fmla="*/ 283441 w 452411"/>
                  <a:gd name="connsiteY19" fmla="*/ 65966 h 363463"/>
                  <a:gd name="connsiteX20" fmla="*/ 168988 w 452411"/>
                  <a:gd name="connsiteY20" fmla="*/ 65966 h 363463"/>
                  <a:gd name="connsiteX21" fmla="*/ 168988 w 452411"/>
                  <a:gd name="connsiteY21" fmla="*/ 42914 h 363463"/>
                  <a:gd name="connsiteX22" fmla="*/ 436212 w 452411"/>
                  <a:gd name="connsiteY22" fmla="*/ 317061 h 363463"/>
                  <a:gd name="connsiteX23" fmla="*/ 406010 w 452411"/>
                  <a:gd name="connsiteY23" fmla="*/ 347263 h 363463"/>
                  <a:gd name="connsiteX24" fmla="*/ 46402 w 452411"/>
                  <a:gd name="connsiteY24" fmla="*/ 347263 h 363463"/>
                  <a:gd name="connsiteX25" fmla="*/ 16200 w 452411"/>
                  <a:gd name="connsiteY25" fmla="*/ 317061 h 363463"/>
                  <a:gd name="connsiteX26" fmla="*/ 16200 w 452411"/>
                  <a:gd name="connsiteY26" fmla="*/ 112369 h 363463"/>
                  <a:gd name="connsiteX27" fmla="*/ 46402 w 452411"/>
                  <a:gd name="connsiteY27" fmla="*/ 82166 h 363463"/>
                  <a:gd name="connsiteX28" fmla="*/ 406010 w 452411"/>
                  <a:gd name="connsiteY28" fmla="*/ 82166 h 363463"/>
                  <a:gd name="connsiteX29" fmla="*/ 436212 w 452411"/>
                  <a:gd name="connsiteY29" fmla="*/ 112369 h 363463"/>
                  <a:gd name="connsiteX30" fmla="*/ 436212 w 452411"/>
                  <a:gd name="connsiteY30" fmla="*/ 317061 h 363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52411" h="363463">
                    <a:moveTo>
                      <a:pt x="406010" y="65966"/>
                    </a:moveTo>
                    <a:lnTo>
                      <a:pt x="299641" y="65966"/>
                    </a:lnTo>
                    <a:lnTo>
                      <a:pt x="299641" y="42914"/>
                    </a:lnTo>
                    <a:cubicBezTo>
                      <a:pt x="299641" y="19251"/>
                      <a:pt x="283813" y="0"/>
                      <a:pt x="264368" y="0"/>
                    </a:cubicBezTo>
                    <a:lnTo>
                      <a:pt x="188060" y="0"/>
                    </a:lnTo>
                    <a:cubicBezTo>
                      <a:pt x="168610" y="0"/>
                      <a:pt x="152788" y="19251"/>
                      <a:pt x="152788" y="42914"/>
                    </a:cubicBezTo>
                    <a:lnTo>
                      <a:pt x="152788" y="65966"/>
                    </a:lnTo>
                    <a:lnTo>
                      <a:pt x="46402" y="65966"/>
                    </a:lnTo>
                    <a:cubicBezTo>
                      <a:pt x="20817" y="65966"/>
                      <a:pt x="0" y="86778"/>
                      <a:pt x="0" y="112369"/>
                    </a:cubicBezTo>
                    <a:lnTo>
                      <a:pt x="0" y="317061"/>
                    </a:lnTo>
                    <a:cubicBezTo>
                      <a:pt x="0" y="342646"/>
                      <a:pt x="20812" y="363463"/>
                      <a:pt x="46402" y="363463"/>
                    </a:cubicBezTo>
                    <a:lnTo>
                      <a:pt x="406010" y="363463"/>
                    </a:lnTo>
                    <a:cubicBezTo>
                      <a:pt x="431595" y="363463"/>
                      <a:pt x="452412" y="342652"/>
                      <a:pt x="452412" y="317061"/>
                    </a:cubicBezTo>
                    <a:lnTo>
                      <a:pt x="452412" y="112369"/>
                    </a:lnTo>
                    <a:cubicBezTo>
                      <a:pt x="452412" y="86778"/>
                      <a:pt x="431595" y="65966"/>
                      <a:pt x="406010" y="65966"/>
                    </a:cubicBezTo>
                    <a:close/>
                    <a:moveTo>
                      <a:pt x="168988" y="42914"/>
                    </a:moveTo>
                    <a:cubicBezTo>
                      <a:pt x="168988" y="28431"/>
                      <a:pt x="177719" y="16200"/>
                      <a:pt x="188060" y="16200"/>
                    </a:cubicBezTo>
                    <a:lnTo>
                      <a:pt x="264368" y="16200"/>
                    </a:lnTo>
                    <a:cubicBezTo>
                      <a:pt x="274709" y="16200"/>
                      <a:pt x="283441" y="28431"/>
                      <a:pt x="283441" y="42914"/>
                    </a:cubicBezTo>
                    <a:lnTo>
                      <a:pt x="283441" y="65966"/>
                    </a:lnTo>
                    <a:lnTo>
                      <a:pt x="168988" y="65966"/>
                    </a:lnTo>
                    <a:lnTo>
                      <a:pt x="168988" y="42914"/>
                    </a:lnTo>
                    <a:close/>
                    <a:moveTo>
                      <a:pt x="436212" y="317061"/>
                    </a:moveTo>
                    <a:cubicBezTo>
                      <a:pt x="436212" y="333715"/>
                      <a:pt x="422663" y="347263"/>
                      <a:pt x="406010" y="347263"/>
                    </a:cubicBezTo>
                    <a:lnTo>
                      <a:pt x="46402" y="347263"/>
                    </a:lnTo>
                    <a:cubicBezTo>
                      <a:pt x="29749" y="347263"/>
                      <a:pt x="16200" y="333715"/>
                      <a:pt x="16200" y="317061"/>
                    </a:cubicBezTo>
                    <a:lnTo>
                      <a:pt x="16200" y="112369"/>
                    </a:lnTo>
                    <a:cubicBezTo>
                      <a:pt x="16200" y="95715"/>
                      <a:pt x="29749" y="82166"/>
                      <a:pt x="46402" y="82166"/>
                    </a:cubicBezTo>
                    <a:lnTo>
                      <a:pt x="406010" y="82166"/>
                    </a:lnTo>
                    <a:cubicBezTo>
                      <a:pt x="422663" y="82166"/>
                      <a:pt x="436212" y="95715"/>
                      <a:pt x="436212" y="112369"/>
                    </a:cubicBezTo>
                    <a:lnTo>
                      <a:pt x="436212" y="317061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3" name="Freeform: Shape 42">
                <a:extLst>
                  <a:ext uri="{FF2B5EF4-FFF2-40B4-BE49-F238E27FC236}">
                    <a16:creationId xmlns:a16="http://schemas.microsoft.com/office/drawing/2014/main" id="{14E5880C-4FFF-497F-9551-CF53A0B283F1}"/>
                  </a:ext>
                </a:extLst>
              </p:cNvPr>
              <p:cNvSpPr/>
              <p:nvPr/>
            </p:nvSpPr>
            <p:spPr>
              <a:xfrm>
                <a:off x="2202462" y="1649789"/>
                <a:ext cx="16199" cy="84834"/>
              </a:xfrm>
              <a:custGeom>
                <a:avLst/>
                <a:gdLst>
                  <a:gd name="connsiteX0" fmla="*/ 8100 w 16199"/>
                  <a:gd name="connsiteY0" fmla="*/ 0 h 84834"/>
                  <a:gd name="connsiteX1" fmla="*/ 0 w 16199"/>
                  <a:gd name="connsiteY1" fmla="*/ 8100 h 84834"/>
                  <a:gd name="connsiteX2" fmla="*/ 0 w 16199"/>
                  <a:gd name="connsiteY2" fmla="*/ 76734 h 84834"/>
                  <a:gd name="connsiteX3" fmla="*/ 8100 w 16199"/>
                  <a:gd name="connsiteY3" fmla="*/ 84834 h 84834"/>
                  <a:gd name="connsiteX4" fmla="*/ 16200 w 16199"/>
                  <a:gd name="connsiteY4" fmla="*/ 76734 h 84834"/>
                  <a:gd name="connsiteX5" fmla="*/ 16200 w 16199"/>
                  <a:gd name="connsiteY5" fmla="*/ 8100 h 84834"/>
                  <a:gd name="connsiteX6" fmla="*/ 8100 w 16199"/>
                  <a:gd name="connsiteY6" fmla="*/ 0 h 8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9" h="84834">
                    <a:moveTo>
                      <a:pt x="8100" y="0"/>
                    </a:moveTo>
                    <a:cubicBezTo>
                      <a:pt x="3623" y="0"/>
                      <a:pt x="0" y="3629"/>
                      <a:pt x="0" y="8100"/>
                    </a:cubicBezTo>
                    <a:lnTo>
                      <a:pt x="0" y="76734"/>
                    </a:lnTo>
                    <a:cubicBezTo>
                      <a:pt x="0" y="81205"/>
                      <a:pt x="3623" y="84834"/>
                      <a:pt x="8100" y="84834"/>
                    </a:cubicBezTo>
                    <a:cubicBezTo>
                      <a:pt x="12577" y="84834"/>
                      <a:pt x="16200" y="81205"/>
                      <a:pt x="16200" y="76734"/>
                    </a:cubicBezTo>
                    <a:lnTo>
                      <a:pt x="16200" y="8100"/>
                    </a:lnTo>
                    <a:cubicBezTo>
                      <a:pt x="16200" y="3629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4" name="Freeform: Shape 43">
                <a:extLst>
                  <a:ext uri="{FF2B5EF4-FFF2-40B4-BE49-F238E27FC236}">
                    <a16:creationId xmlns:a16="http://schemas.microsoft.com/office/drawing/2014/main" id="{77C7599F-76B8-454A-93AB-B4E692EF741F}"/>
                  </a:ext>
                </a:extLst>
              </p:cNvPr>
              <p:cNvSpPr/>
              <p:nvPr/>
            </p:nvSpPr>
            <p:spPr>
              <a:xfrm>
                <a:off x="2258368" y="1623620"/>
                <a:ext cx="16200" cy="111007"/>
              </a:xfrm>
              <a:custGeom>
                <a:avLst/>
                <a:gdLst>
                  <a:gd name="connsiteX0" fmla="*/ 8100 w 16200"/>
                  <a:gd name="connsiteY0" fmla="*/ 0 h 111007"/>
                  <a:gd name="connsiteX1" fmla="*/ 0 w 16200"/>
                  <a:gd name="connsiteY1" fmla="*/ 8100 h 111007"/>
                  <a:gd name="connsiteX2" fmla="*/ 0 w 16200"/>
                  <a:gd name="connsiteY2" fmla="*/ 102908 h 111007"/>
                  <a:gd name="connsiteX3" fmla="*/ 8100 w 16200"/>
                  <a:gd name="connsiteY3" fmla="*/ 111008 h 111007"/>
                  <a:gd name="connsiteX4" fmla="*/ 16200 w 16200"/>
                  <a:gd name="connsiteY4" fmla="*/ 102908 h 111007"/>
                  <a:gd name="connsiteX5" fmla="*/ 16200 w 16200"/>
                  <a:gd name="connsiteY5" fmla="*/ 8100 h 111007"/>
                  <a:gd name="connsiteX6" fmla="*/ 8100 w 16200"/>
                  <a:gd name="connsiteY6" fmla="*/ 0 h 111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11007">
                    <a:moveTo>
                      <a:pt x="8100" y="0"/>
                    </a:moveTo>
                    <a:cubicBezTo>
                      <a:pt x="3623" y="0"/>
                      <a:pt x="0" y="3629"/>
                      <a:pt x="0" y="8100"/>
                    </a:cubicBezTo>
                    <a:lnTo>
                      <a:pt x="0" y="102908"/>
                    </a:lnTo>
                    <a:cubicBezTo>
                      <a:pt x="0" y="107379"/>
                      <a:pt x="3623" y="111008"/>
                      <a:pt x="8100" y="111008"/>
                    </a:cubicBezTo>
                    <a:cubicBezTo>
                      <a:pt x="12577" y="111008"/>
                      <a:pt x="16200" y="107379"/>
                      <a:pt x="16200" y="102908"/>
                    </a:cubicBezTo>
                    <a:lnTo>
                      <a:pt x="16200" y="8100"/>
                    </a:lnTo>
                    <a:cubicBezTo>
                      <a:pt x="16200" y="3629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5" name="Freeform: Shape 44">
                <a:extLst>
                  <a:ext uri="{FF2B5EF4-FFF2-40B4-BE49-F238E27FC236}">
                    <a16:creationId xmlns:a16="http://schemas.microsoft.com/office/drawing/2014/main" id="{22A065C8-7D8F-432C-A0C6-CCF750E077E5}"/>
                  </a:ext>
                </a:extLst>
              </p:cNvPr>
              <p:cNvSpPr/>
              <p:nvPr/>
            </p:nvSpPr>
            <p:spPr>
              <a:xfrm>
                <a:off x="2318324" y="1599121"/>
                <a:ext cx="16200" cy="135502"/>
              </a:xfrm>
              <a:custGeom>
                <a:avLst/>
                <a:gdLst>
                  <a:gd name="connsiteX0" fmla="*/ 8100 w 16200"/>
                  <a:gd name="connsiteY0" fmla="*/ 0 h 135502"/>
                  <a:gd name="connsiteX1" fmla="*/ 0 w 16200"/>
                  <a:gd name="connsiteY1" fmla="*/ 8100 h 135502"/>
                  <a:gd name="connsiteX2" fmla="*/ 0 w 16200"/>
                  <a:gd name="connsiteY2" fmla="*/ 127402 h 135502"/>
                  <a:gd name="connsiteX3" fmla="*/ 8100 w 16200"/>
                  <a:gd name="connsiteY3" fmla="*/ 135502 h 135502"/>
                  <a:gd name="connsiteX4" fmla="*/ 16200 w 16200"/>
                  <a:gd name="connsiteY4" fmla="*/ 127402 h 135502"/>
                  <a:gd name="connsiteX5" fmla="*/ 16200 w 16200"/>
                  <a:gd name="connsiteY5" fmla="*/ 8100 h 135502"/>
                  <a:gd name="connsiteX6" fmla="*/ 8100 w 16200"/>
                  <a:gd name="connsiteY6" fmla="*/ 0 h 135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35502">
                    <a:moveTo>
                      <a:pt x="8100" y="0"/>
                    </a:moveTo>
                    <a:cubicBezTo>
                      <a:pt x="3629" y="0"/>
                      <a:pt x="0" y="3623"/>
                      <a:pt x="0" y="8100"/>
                    </a:cubicBezTo>
                    <a:lnTo>
                      <a:pt x="0" y="127402"/>
                    </a:lnTo>
                    <a:cubicBezTo>
                      <a:pt x="0" y="131873"/>
                      <a:pt x="3629" y="135502"/>
                      <a:pt x="8100" y="135502"/>
                    </a:cubicBezTo>
                    <a:cubicBezTo>
                      <a:pt x="12571" y="135502"/>
                      <a:pt x="16200" y="131873"/>
                      <a:pt x="16200" y="127402"/>
                    </a:cubicBezTo>
                    <a:lnTo>
                      <a:pt x="16200" y="8100"/>
                    </a:lnTo>
                    <a:cubicBezTo>
                      <a:pt x="16200" y="3623"/>
                      <a:pt x="12571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6" name="Freeform: Shape 45">
                <a:extLst>
                  <a:ext uri="{FF2B5EF4-FFF2-40B4-BE49-F238E27FC236}">
                    <a16:creationId xmlns:a16="http://schemas.microsoft.com/office/drawing/2014/main" id="{A3ABA4FB-C9B3-4F06-8D06-AC34101DF4DC}"/>
                  </a:ext>
                </a:extLst>
              </p:cNvPr>
              <p:cNvSpPr/>
              <p:nvPr/>
            </p:nvSpPr>
            <p:spPr>
              <a:xfrm>
                <a:off x="2380997" y="1571133"/>
                <a:ext cx="16200" cy="163490"/>
              </a:xfrm>
              <a:custGeom>
                <a:avLst/>
                <a:gdLst>
                  <a:gd name="connsiteX0" fmla="*/ 8100 w 16200"/>
                  <a:gd name="connsiteY0" fmla="*/ 0 h 163490"/>
                  <a:gd name="connsiteX1" fmla="*/ 0 w 16200"/>
                  <a:gd name="connsiteY1" fmla="*/ 8100 h 163490"/>
                  <a:gd name="connsiteX2" fmla="*/ 0 w 16200"/>
                  <a:gd name="connsiteY2" fmla="*/ 155390 h 163490"/>
                  <a:gd name="connsiteX3" fmla="*/ 8100 w 16200"/>
                  <a:gd name="connsiteY3" fmla="*/ 163490 h 163490"/>
                  <a:gd name="connsiteX4" fmla="*/ 16200 w 16200"/>
                  <a:gd name="connsiteY4" fmla="*/ 155390 h 163490"/>
                  <a:gd name="connsiteX5" fmla="*/ 16200 w 16200"/>
                  <a:gd name="connsiteY5" fmla="*/ 8100 h 163490"/>
                  <a:gd name="connsiteX6" fmla="*/ 8100 w 16200"/>
                  <a:gd name="connsiteY6" fmla="*/ 0 h 163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63490">
                    <a:moveTo>
                      <a:pt x="8100" y="0"/>
                    </a:moveTo>
                    <a:cubicBezTo>
                      <a:pt x="3629" y="0"/>
                      <a:pt x="0" y="3623"/>
                      <a:pt x="0" y="8100"/>
                    </a:cubicBezTo>
                    <a:lnTo>
                      <a:pt x="0" y="155390"/>
                    </a:lnTo>
                    <a:cubicBezTo>
                      <a:pt x="0" y="159862"/>
                      <a:pt x="3629" y="163490"/>
                      <a:pt x="8100" y="163490"/>
                    </a:cubicBezTo>
                    <a:cubicBezTo>
                      <a:pt x="12571" y="163490"/>
                      <a:pt x="16200" y="159862"/>
                      <a:pt x="16200" y="155390"/>
                    </a:cubicBezTo>
                    <a:lnTo>
                      <a:pt x="16200" y="8100"/>
                    </a:lnTo>
                    <a:cubicBezTo>
                      <a:pt x="16200" y="3623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997E2A-3AF0-4833-A758-816AD5614145}"/>
              </a:ext>
            </a:extLst>
          </p:cNvPr>
          <p:cNvGrpSpPr/>
          <p:nvPr/>
        </p:nvGrpSpPr>
        <p:grpSpPr>
          <a:xfrm>
            <a:off x="1122363" y="5132323"/>
            <a:ext cx="9986669" cy="1077218"/>
            <a:chOff x="1122363" y="5132323"/>
            <a:chExt cx="9986669" cy="1077218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C80DFF6-030B-4121-840E-CCBE2F61EE59}"/>
                </a:ext>
              </a:extLst>
            </p:cNvPr>
            <p:cNvSpPr txBox="1"/>
            <p:nvPr/>
          </p:nvSpPr>
          <p:spPr>
            <a:xfrm>
              <a:off x="1898992" y="5132323"/>
              <a:ext cx="921004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Оценить затраты и подготовить решение о масштабировании на все программы</a:t>
              </a:r>
              <a:endParaRPr lang="ru-RU" sz="1400" dirty="0">
                <a:solidFill>
                  <a:schemeClr val="bg2"/>
                </a:solidFill>
              </a:endParaRPr>
            </a:p>
          </p:txBody>
        </p:sp>
        <p:sp>
          <p:nvSpPr>
            <p:cNvPr id="85" name="Рисунок 188">
              <a:extLst>
                <a:ext uri="{FF2B5EF4-FFF2-40B4-BE49-F238E27FC236}">
                  <a16:creationId xmlns:a16="http://schemas.microsoft.com/office/drawing/2014/main" id="{9D5AFA3D-CF3E-49ED-B6CB-2F4326DA9EFD}"/>
                </a:ext>
              </a:extLst>
            </p:cNvPr>
            <p:cNvSpPr/>
            <p:nvPr/>
          </p:nvSpPr>
          <p:spPr>
            <a:xfrm>
              <a:off x="1122365" y="5192551"/>
              <a:ext cx="557730" cy="557730"/>
            </a:xfrm>
            <a:custGeom>
              <a:avLst/>
              <a:gdLst>
                <a:gd name="connsiteX0" fmla="*/ 234473 w 468946"/>
                <a:gd name="connsiteY0" fmla="*/ 0 h 468946"/>
                <a:gd name="connsiteX1" fmla="*/ 0 w 468946"/>
                <a:gd name="connsiteY1" fmla="*/ 234473 h 468946"/>
                <a:gd name="connsiteX2" fmla="*/ 234473 w 468946"/>
                <a:gd name="connsiteY2" fmla="*/ 468947 h 468946"/>
                <a:gd name="connsiteX3" fmla="*/ 468947 w 468946"/>
                <a:gd name="connsiteY3" fmla="*/ 234473 h 468946"/>
                <a:gd name="connsiteX4" fmla="*/ 234473 w 468946"/>
                <a:gd name="connsiteY4" fmla="*/ 0 h 468946"/>
                <a:gd name="connsiteX5" fmla="*/ 226373 w 468946"/>
                <a:gd name="connsiteY5" fmla="*/ 452547 h 468946"/>
                <a:gd name="connsiteX6" fmla="*/ 16400 w 468946"/>
                <a:gd name="connsiteY6" fmla="*/ 242573 h 468946"/>
                <a:gd name="connsiteX7" fmla="*/ 80924 w 468946"/>
                <a:gd name="connsiteY7" fmla="*/ 242573 h 468946"/>
                <a:gd name="connsiteX8" fmla="*/ 226373 w 468946"/>
                <a:gd name="connsiteY8" fmla="*/ 388022 h 468946"/>
                <a:gd name="connsiteX9" fmla="*/ 226373 w 468946"/>
                <a:gd name="connsiteY9" fmla="*/ 452547 h 468946"/>
                <a:gd name="connsiteX10" fmla="*/ 226373 w 468946"/>
                <a:gd name="connsiteY10" fmla="*/ 371779 h 468946"/>
                <a:gd name="connsiteX11" fmla="*/ 97168 w 468946"/>
                <a:gd name="connsiteY11" fmla="*/ 242573 h 468946"/>
                <a:gd name="connsiteX12" fmla="*/ 165137 w 468946"/>
                <a:gd name="connsiteY12" fmla="*/ 242573 h 468946"/>
                <a:gd name="connsiteX13" fmla="*/ 226373 w 468946"/>
                <a:gd name="connsiteY13" fmla="*/ 303809 h 468946"/>
                <a:gd name="connsiteX14" fmla="*/ 226373 w 468946"/>
                <a:gd name="connsiteY14" fmla="*/ 371779 h 468946"/>
                <a:gd name="connsiteX15" fmla="*/ 226373 w 468946"/>
                <a:gd name="connsiteY15" fmla="*/ 287437 h 468946"/>
                <a:gd name="connsiteX16" fmla="*/ 181510 w 468946"/>
                <a:gd name="connsiteY16" fmla="*/ 242573 h 468946"/>
                <a:gd name="connsiteX17" fmla="*/ 226373 w 468946"/>
                <a:gd name="connsiteY17" fmla="*/ 242573 h 468946"/>
                <a:gd name="connsiteX18" fmla="*/ 226373 w 468946"/>
                <a:gd name="connsiteY18" fmla="*/ 287437 h 468946"/>
                <a:gd name="connsiteX19" fmla="*/ 181505 w 468946"/>
                <a:gd name="connsiteY19" fmla="*/ 226373 h 468946"/>
                <a:gd name="connsiteX20" fmla="*/ 226368 w 468946"/>
                <a:gd name="connsiteY20" fmla="*/ 181510 h 468946"/>
                <a:gd name="connsiteX21" fmla="*/ 226368 w 468946"/>
                <a:gd name="connsiteY21" fmla="*/ 226373 h 468946"/>
                <a:gd name="connsiteX22" fmla="*/ 181505 w 468946"/>
                <a:gd name="connsiteY22" fmla="*/ 226373 h 468946"/>
                <a:gd name="connsiteX23" fmla="*/ 226373 w 468946"/>
                <a:gd name="connsiteY23" fmla="*/ 165137 h 468946"/>
                <a:gd name="connsiteX24" fmla="*/ 165137 w 468946"/>
                <a:gd name="connsiteY24" fmla="*/ 226373 h 468946"/>
                <a:gd name="connsiteX25" fmla="*/ 97168 w 468946"/>
                <a:gd name="connsiteY25" fmla="*/ 226373 h 468946"/>
                <a:gd name="connsiteX26" fmla="*/ 226373 w 468946"/>
                <a:gd name="connsiteY26" fmla="*/ 97173 h 468946"/>
                <a:gd name="connsiteX27" fmla="*/ 226373 w 468946"/>
                <a:gd name="connsiteY27" fmla="*/ 165137 h 468946"/>
                <a:gd name="connsiteX28" fmla="*/ 226373 w 468946"/>
                <a:gd name="connsiteY28" fmla="*/ 80930 h 468946"/>
                <a:gd name="connsiteX29" fmla="*/ 80924 w 468946"/>
                <a:gd name="connsiteY29" fmla="*/ 226373 h 468946"/>
                <a:gd name="connsiteX30" fmla="*/ 16400 w 468946"/>
                <a:gd name="connsiteY30" fmla="*/ 226373 h 468946"/>
                <a:gd name="connsiteX31" fmla="*/ 226373 w 468946"/>
                <a:gd name="connsiteY31" fmla="*/ 16405 h 468946"/>
                <a:gd name="connsiteX32" fmla="*/ 226373 w 468946"/>
                <a:gd name="connsiteY32" fmla="*/ 80930 h 468946"/>
                <a:gd name="connsiteX33" fmla="*/ 242568 w 468946"/>
                <a:gd name="connsiteY33" fmla="*/ 16405 h 468946"/>
                <a:gd name="connsiteX34" fmla="*/ 452536 w 468946"/>
                <a:gd name="connsiteY34" fmla="*/ 226373 h 468946"/>
                <a:gd name="connsiteX35" fmla="*/ 388012 w 468946"/>
                <a:gd name="connsiteY35" fmla="*/ 226373 h 468946"/>
                <a:gd name="connsiteX36" fmla="*/ 242568 w 468946"/>
                <a:gd name="connsiteY36" fmla="*/ 80930 h 468946"/>
                <a:gd name="connsiteX37" fmla="*/ 242568 w 468946"/>
                <a:gd name="connsiteY37" fmla="*/ 16405 h 468946"/>
                <a:gd name="connsiteX38" fmla="*/ 287437 w 468946"/>
                <a:gd name="connsiteY38" fmla="*/ 242573 h 468946"/>
                <a:gd name="connsiteX39" fmla="*/ 242573 w 468946"/>
                <a:gd name="connsiteY39" fmla="*/ 287437 h 468946"/>
                <a:gd name="connsiteX40" fmla="*/ 242573 w 468946"/>
                <a:gd name="connsiteY40" fmla="*/ 242573 h 468946"/>
                <a:gd name="connsiteX41" fmla="*/ 287437 w 468946"/>
                <a:gd name="connsiteY41" fmla="*/ 242573 h 468946"/>
                <a:gd name="connsiteX42" fmla="*/ 242573 w 468946"/>
                <a:gd name="connsiteY42" fmla="*/ 226373 h 468946"/>
                <a:gd name="connsiteX43" fmla="*/ 242573 w 468946"/>
                <a:gd name="connsiteY43" fmla="*/ 181510 h 468946"/>
                <a:gd name="connsiteX44" fmla="*/ 287437 w 468946"/>
                <a:gd name="connsiteY44" fmla="*/ 226373 h 468946"/>
                <a:gd name="connsiteX45" fmla="*/ 242573 w 468946"/>
                <a:gd name="connsiteY45" fmla="*/ 226373 h 468946"/>
                <a:gd name="connsiteX46" fmla="*/ 303809 w 468946"/>
                <a:gd name="connsiteY46" fmla="*/ 242573 h 468946"/>
                <a:gd name="connsiteX47" fmla="*/ 371779 w 468946"/>
                <a:gd name="connsiteY47" fmla="*/ 242573 h 468946"/>
                <a:gd name="connsiteX48" fmla="*/ 242579 w 468946"/>
                <a:gd name="connsiteY48" fmla="*/ 371779 h 468946"/>
                <a:gd name="connsiteX49" fmla="*/ 242573 w 468946"/>
                <a:gd name="connsiteY49" fmla="*/ 303809 h 468946"/>
                <a:gd name="connsiteX50" fmla="*/ 303809 w 468946"/>
                <a:gd name="connsiteY50" fmla="*/ 242573 h 468946"/>
                <a:gd name="connsiteX51" fmla="*/ 242568 w 468946"/>
                <a:gd name="connsiteY51" fmla="*/ 97168 h 468946"/>
                <a:gd name="connsiteX52" fmla="*/ 371768 w 468946"/>
                <a:gd name="connsiteY52" fmla="*/ 226368 h 468946"/>
                <a:gd name="connsiteX53" fmla="*/ 303804 w 468946"/>
                <a:gd name="connsiteY53" fmla="*/ 226368 h 468946"/>
                <a:gd name="connsiteX54" fmla="*/ 303804 w 468946"/>
                <a:gd name="connsiteY54" fmla="*/ 226373 h 468946"/>
                <a:gd name="connsiteX55" fmla="*/ 242568 w 468946"/>
                <a:gd name="connsiteY55" fmla="*/ 165137 h 468946"/>
                <a:gd name="connsiteX56" fmla="*/ 242568 w 468946"/>
                <a:gd name="connsiteY56" fmla="*/ 97168 h 468946"/>
                <a:gd name="connsiteX57" fmla="*/ 242573 w 468946"/>
                <a:gd name="connsiteY57" fmla="*/ 452542 h 468946"/>
                <a:gd name="connsiteX58" fmla="*/ 242573 w 468946"/>
                <a:gd name="connsiteY58" fmla="*/ 388017 h 468946"/>
                <a:gd name="connsiteX59" fmla="*/ 388017 w 468946"/>
                <a:gd name="connsiteY59" fmla="*/ 242568 h 468946"/>
                <a:gd name="connsiteX60" fmla="*/ 452542 w 468946"/>
                <a:gd name="connsiteY60" fmla="*/ 242568 h 468946"/>
                <a:gd name="connsiteX61" fmla="*/ 242573 w 468946"/>
                <a:gd name="connsiteY61" fmla="*/ 452542 h 46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68946" h="468946">
                  <a:moveTo>
                    <a:pt x="234473" y="0"/>
                  </a:moveTo>
                  <a:cubicBezTo>
                    <a:pt x="105181" y="0"/>
                    <a:pt x="0" y="105187"/>
                    <a:pt x="0" y="234473"/>
                  </a:cubicBezTo>
                  <a:cubicBezTo>
                    <a:pt x="0" y="363766"/>
                    <a:pt x="105187" y="468947"/>
                    <a:pt x="234473" y="468947"/>
                  </a:cubicBezTo>
                  <a:cubicBezTo>
                    <a:pt x="363760" y="468947"/>
                    <a:pt x="468947" y="363760"/>
                    <a:pt x="468947" y="234473"/>
                  </a:cubicBezTo>
                  <a:cubicBezTo>
                    <a:pt x="468941" y="105187"/>
                    <a:pt x="363760" y="0"/>
                    <a:pt x="234473" y="0"/>
                  </a:cubicBezTo>
                  <a:close/>
                  <a:moveTo>
                    <a:pt x="226373" y="452547"/>
                  </a:moveTo>
                  <a:cubicBezTo>
                    <a:pt x="112450" y="448357"/>
                    <a:pt x="20585" y="356492"/>
                    <a:pt x="16400" y="242573"/>
                  </a:cubicBezTo>
                  <a:lnTo>
                    <a:pt x="80924" y="242573"/>
                  </a:lnTo>
                  <a:cubicBezTo>
                    <a:pt x="85012" y="320927"/>
                    <a:pt x="148019" y="383935"/>
                    <a:pt x="226373" y="388022"/>
                  </a:cubicBezTo>
                  <a:lnTo>
                    <a:pt x="226373" y="452547"/>
                  </a:lnTo>
                  <a:close/>
                  <a:moveTo>
                    <a:pt x="226373" y="371779"/>
                  </a:moveTo>
                  <a:cubicBezTo>
                    <a:pt x="156962" y="367729"/>
                    <a:pt x="101223" y="311985"/>
                    <a:pt x="97168" y="242573"/>
                  </a:cubicBezTo>
                  <a:lnTo>
                    <a:pt x="165137" y="242573"/>
                  </a:lnTo>
                  <a:cubicBezTo>
                    <a:pt x="168858" y="274617"/>
                    <a:pt x="194330" y="300083"/>
                    <a:pt x="226373" y="303809"/>
                  </a:cubicBezTo>
                  <a:lnTo>
                    <a:pt x="226373" y="371779"/>
                  </a:lnTo>
                  <a:close/>
                  <a:moveTo>
                    <a:pt x="226373" y="287437"/>
                  </a:moveTo>
                  <a:cubicBezTo>
                    <a:pt x="203283" y="283916"/>
                    <a:pt x="185031" y="265664"/>
                    <a:pt x="181510" y="242573"/>
                  </a:cubicBezTo>
                  <a:lnTo>
                    <a:pt x="226373" y="242573"/>
                  </a:lnTo>
                  <a:lnTo>
                    <a:pt x="226373" y="287437"/>
                  </a:lnTo>
                  <a:close/>
                  <a:moveTo>
                    <a:pt x="181505" y="226373"/>
                  </a:moveTo>
                  <a:cubicBezTo>
                    <a:pt x="185026" y="203283"/>
                    <a:pt x="203278" y="185031"/>
                    <a:pt x="226368" y="181510"/>
                  </a:cubicBezTo>
                  <a:lnTo>
                    <a:pt x="226368" y="226373"/>
                  </a:lnTo>
                  <a:lnTo>
                    <a:pt x="181505" y="226373"/>
                  </a:lnTo>
                  <a:close/>
                  <a:moveTo>
                    <a:pt x="226373" y="165137"/>
                  </a:moveTo>
                  <a:cubicBezTo>
                    <a:pt x="194330" y="168863"/>
                    <a:pt x="168863" y="194330"/>
                    <a:pt x="165137" y="226373"/>
                  </a:cubicBezTo>
                  <a:lnTo>
                    <a:pt x="97168" y="226373"/>
                  </a:lnTo>
                  <a:cubicBezTo>
                    <a:pt x="101223" y="156962"/>
                    <a:pt x="156962" y="101223"/>
                    <a:pt x="226373" y="97173"/>
                  </a:cubicBezTo>
                  <a:lnTo>
                    <a:pt x="226373" y="165137"/>
                  </a:lnTo>
                  <a:close/>
                  <a:moveTo>
                    <a:pt x="226373" y="80930"/>
                  </a:moveTo>
                  <a:cubicBezTo>
                    <a:pt x="148019" y="85018"/>
                    <a:pt x="85012" y="148025"/>
                    <a:pt x="80924" y="226373"/>
                  </a:cubicBezTo>
                  <a:lnTo>
                    <a:pt x="16400" y="226373"/>
                  </a:lnTo>
                  <a:cubicBezTo>
                    <a:pt x="20585" y="112455"/>
                    <a:pt x="112450" y="20590"/>
                    <a:pt x="226373" y="16405"/>
                  </a:cubicBezTo>
                  <a:lnTo>
                    <a:pt x="226373" y="80930"/>
                  </a:lnTo>
                  <a:close/>
                  <a:moveTo>
                    <a:pt x="242568" y="16405"/>
                  </a:moveTo>
                  <a:cubicBezTo>
                    <a:pt x="356492" y="20590"/>
                    <a:pt x="448357" y="112455"/>
                    <a:pt x="452536" y="226373"/>
                  </a:cubicBezTo>
                  <a:lnTo>
                    <a:pt x="388012" y="226373"/>
                  </a:lnTo>
                  <a:cubicBezTo>
                    <a:pt x="383924" y="148025"/>
                    <a:pt x="320917" y="85018"/>
                    <a:pt x="242568" y="80930"/>
                  </a:cubicBezTo>
                  <a:lnTo>
                    <a:pt x="242568" y="16405"/>
                  </a:lnTo>
                  <a:close/>
                  <a:moveTo>
                    <a:pt x="287437" y="242573"/>
                  </a:moveTo>
                  <a:cubicBezTo>
                    <a:pt x="283916" y="265664"/>
                    <a:pt x="265664" y="283916"/>
                    <a:pt x="242573" y="287437"/>
                  </a:cubicBezTo>
                  <a:lnTo>
                    <a:pt x="242573" y="242573"/>
                  </a:lnTo>
                  <a:lnTo>
                    <a:pt x="287437" y="242573"/>
                  </a:lnTo>
                  <a:close/>
                  <a:moveTo>
                    <a:pt x="242573" y="226373"/>
                  </a:moveTo>
                  <a:lnTo>
                    <a:pt x="242573" y="181510"/>
                  </a:lnTo>
                  <a:cubicBezTo>
                    <a:pt x="265664" y="185031"/>
                    <a:pt x="283916" y="203283"/>
                    <a:pt x="287437" y="226373"/>
                  </a:cubicBezTo>
                  <a:lnTo>
                    <a:pt x="242573" y="226373"/>
                  </a:lnTo>
                  <a:close/>
                  <a:moveTo>
                    <a:pt x="303809" y="242573"/>
                  </a:moveTo>
                  <a:lnTo>
                    <a:pt x="371779" y="242573"/>
                  </a:lnTo>
                  <a:cubicBezTo>
                    <a:pt x="367729" y="311985"/>
                    <a:pt x="311985" y="367724"/>
                    <a:pt x="242579" y="371779"/>
                  </a:cubicBezTo>
                  <a:lnTo>
                    <a:pt x="242573" y="303809"/>
                  </a:lnTo>
                  <a:cubicBezTo>
                    <a:pt x="274617" y="300083"/>
                    <a:pt x="300083" y="274617"/>
                    <a:pt x="303809" y="242573"/>
                  </a:cubicBezTo>
                  <a:close/>
                  <a:moveTo>
                    <a:pt x="242568" y="97168"/>
                  </a:moveTo>
                  <a:cubicBezTo>
                    <a:pt x="311980" y="101223"/>
                    <a:pt x="367718" y="156962"/>
                    <a:pt x="371768" y="226368"/>
                  </a:cubicBezTo>
                  <a:lnTo>
                    <a:pt x="303804" y="226368"/>
                  </a:lnTo>
                  <a:lnTo>
                    <a:pt x="303804" y="226373"/>
                  </a:lnTo>
                  <a:cubicBezTo>
                    <a:pt x="300078" y="194330"/>
                    <a:pt x="274612" y="168863"/>
                    <a:pt x="242568" y="165137"/>
                  </a:cubicBezTo>
                  <a:lnTo>
                    <a:pt x="242568" y="97168"/>
                  </a:lnTo>
                  <a:close/>
                  <a:moveTo>
                    <a:pt x="242573" y="452542"/>
                  </a:moveTo>
                  <a:lnTo>
                    <a:pt x="242573" y="388017"/>
                  </a:lnTo>
                  <a:cubicBezTo>
                    <a:pt x="320922" y="383929"/>
                    <a:pt x="383929" y="320922"/>
                    <a:pt x="388017" y="242568"/>
                  </a:cubicBezTo>
                  <a:lnTo>
                    <a:pt x="452542" y="242568"/>
                  </a:lnTo>
                  <a:cubicBezTo>
                    <a:pt x="448357" y="356492"/>
                    <a:pt x="356492" y="448357"/>
                    <a:pt x="242573" y="452542"/>
                  </a:cubicBezTo>
                  <a:close/>
                </a:path>
              </a:pathLst>
            </a:custGeom>
            <a:solidFill>
              <a:srgbClr val="C31632"/>
            </a:solidFill>
            <a:ln w="5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91873E4-19C7-433D-89A8-52F46A50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результаты</a:t>
            </a:r>
            <a:endParaRPr lang="ru-RU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D79F9-4B45-4A8D-BF73-9085CF8D2B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0" name="Slide Number Placeholder 2">
            <a:extLst>
              <a:ext uri="{FF2B5EF4-FFF2-40B4-BE49-F238E27FC236}">
                <a16:creationId xmlns:a16="http://schemas.microsoft.com/office/drawing/2014/main" id="{E734930D-6B40-4E03-A550-F2FBE5EFA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2200" y="6620603"/>
            <a:ext cx="236538" cy="153888"/>
          </a:xfrm>
        </p:spPr>
        <p:txBody>
          <a:bodyPr/>
          <a:lstStyle/>
          <a:p>
            <a:fld id="{B6AA8A74-8566-41AB-BE36-77E5736D8C67}" type="slidenum">
              <a:rPr lang="ru-RU" smtClean="0"/>
              <a:pPr/>
              <a:t>5</a:t>
            </a:fld>
            <a:endParaRPr lang="ru-RU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7A38BE8-792A-4BE6-ACE9-7B633263520E}"/>
              </a:ext>
            </a:extLst>
          </p:cNvPr>
          <p:cNvGrpSpPr/>
          <p:nvPr/>
        </p:nvGrpSpPr>
        <p:grpSpPr>
          <a:xfrm>
            <a:off x="1094988" y="1292663"/>
            <a:ext cx="3040587" cy="2297442"/>
            <a:chOff x="1094988" y="1292663"/>
            <a:chExt cx="3040587" cy="2297442"/>
          </a:xfrm>
        </p:grpSpPr>
        <p:sp>
          <p:nvSpPr>
            <p:cNvPr id="50" name="Rectangle 35">
              <a:extLst>
                <a:ext uri="{FF2B5EF4-FFF2-40B4-BE49-F238E27FC236}">
                  <a16:creationId xmlns:a16="http://schemas.microsoft.com/office/drawing/2014/main" id="{79F99C40-25F8-4A6E-B717-AA041EB57244}"/>
                </a:ext>
              </a:extLst>
            </p:cNvPr>
            <p:cNvSpPr/>
            <p:nvPr/>
          </p:nvSpPr>
          <p:spPr>
            <a:xfrm>
              <a:off x="1094988" y="1292663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FD1A24-4FF7-471A-8D64-8B87D75D5602}"/>
                </a:ext>
              </a:extLst>
            </p:cNvPr>
            <p:cNvSpPr txBox="1"/>
            <p:nvPr/>
          </p:nvSpPr>
          <p:spPr>
            <a:xfrm>
              <a:off x="1402306" y="2339879"/>
              <a:ext cx="2425950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курса переведены на платформу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F74F62-9EDB-4E77-BFE3-4D13398FB87F}"/>
                </a:ext>
              </a:extLst>
            </p:cNvPr>
            <p:cNvSpPr txBox="1"/>
            <p:nvPr/>
          </p:nvSpPr>
          <p:spPr>
            <a:xfrm>
              <a:off x="1402306" y="1558529"/>
              <a:ext cx="2425950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4000" dirty="0">
                  <a:solidFill>
                    <a:schemeClr val="accent1"/>
                  </a:solidFill>
                  <a:latin typeface="+mj-lt"/>
                </a:rPr>
                <a:t>42</a:t>
              </a:r>
              <a:endParaRPr lang="ru-RU" sz="4000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DBBD10-3DC3-456C-8891-099A9F380700}"/>
              </a:ext>
            </a:extLst>
          </p:cNvPr>
          <p:cNvGrpSpPr/>
          <p:nvPr/>
        </p:nvGrpSpPr>
        <p:grpSpPr>
          <a:xfrm>
            <a:off x="1094988" y="4047796"/>
            <a:ext cx="3040587" cy="2297442"/>
            <a:chOff x="1094988" y="4047796"/>
            <a:chExt cx="3040587" cy="2297442"/>
          </a:xfrm>
        </p:grpSpPr>
        <p:sp>
          <p:nvSpPr>
            <p:cNvPr id="54" name="Rectangle 35">
              <a:extLst>
                <a:ext uri="{FF2B5EF4-FFF2-40B4-BE49-F238E27FC236}">
                  <a16:creationId xmlns:a16="http://schemas.microsoft.com/office/drawing/2014/main" id="{CC2BFADC-4D1B-43FA-91FC-653AE8087FCF}"/>
                </a:ext>
              </a:extLst>
            </p:cNvPr>
            <p:cNvSpPr/>
            <p:nvPr/>
          </p:nvSpPr>
          <p:spPr>
            <a:xfrm>
              <a:off x="1094988" y="4047796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9B1A1A-504C-4228-BAE7-622591C6F519}"/>
                </a:ext>
              </a:extLst>
            </p:cNvPr>
            <p:cNvSpPr txBox="1"/>
            <p:nvPr/>
          </p:nvSpPr>
          <p:spPr>
            <a:xfrm>
              <a:off x="1402306" y="5097593"/>
              <a:ext cx="2425950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студентов пользуются платформой еженедельно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0D43B22-A677-4B3C-846B-091CA9792E67}"/>
                </a:ext>
              </a:extLst>
            </p:cNvPr>
            <p:cNvSpPr txBox="1"/>
            <p:nvPr/>
          </p:nvSpPr>
          <p:spPr>
            <a:xfrm>
              <a:off x="1402306" y="4316016"/>
              <a:ext cx="2425950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4000" dirty="0">
                  <a:solidFill>
                    <a:schemeClr val="accent1"/>
                  </a:solidFill>
                  <a:latin typeface="+mj-lt"/>
                </a:rPr>
                <a:t>87%</a:t>
              </a:r>
              <a:endParaRPr lang="ru-RU" sz="4000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E972B33-CA67-4162-9E4E-7BC1AE9F8100}"/>
              </a:ext>
            </a:extLst>
          </p:cNvPr>
          <p:cNvGrpSpPr/>
          <p:nvPr/>
        </p:nvGrpSpPr>
        <p:grpSpPr>
          <a:xfrm>
            <a:off x="4577328" y="1292663"/>
            <a:ext cx="3040587" cy="2297442"/>
            <a:chOff x="4577328" y="1292663"/>
            <a:chExt cx="3040587" cy="2297442"/>
          </a:xfrm>
        </p:grpSpPr>
        <p:sp>
          <p:nvSpPr>
            <p:cNvPr id="71" name="Rectangle 35">
              <a:extLst>
                <a:ext uri="{FF2B5EF4-FFF2-40B4-BE49-F238E27FC236}">
                  <a16:creationId xmlns:a16="http://schemas.microsoft.com/office/drawing/2014/main" id="{F672E6F1-CA11-48C5-A0E4-B12958F9D4E1}"/>
                </a:ext>
              </a:extLst>
            </p:cNvPr>
            <p:cNvSpPr/>
            <p:nvPr/>
          </p:nvSpPr>
          <p:spPr>
            <a:xfrm>
              <a:off x="4577328" y="1292663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ED8E998-5AC5-4E61-BB62-83AE3DB7F3E8}"/>
                </a:ext>
              </a:extLst>
            </p:cNvPr>
            <p:cNvSpPr txBox="1"/>
            <p:nvPr/>
          </p:nvSpPr>
          <p:spPr>
            <a:xfrm>
              <a:off x="4884646" y="2339879"/>
              <a:ext cx="2425950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Единый каталог материалов для всех групп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7" name="Рисунок 244">
              <a:extLst>
                <a:ext uri="{FF2B5EF4-FFF2-40B4-BE49-F238E27FC236}">
                  <a16:creationId xmlns:a16="http://schemas.microsoft.com/office/drawing/2014/main" id="{9DF32B0A-0E96-4CC3-9D88-108A7DF83697}"/>
                </a:ext>
              </a:extLst>
            </p:cNvPr>
            <p:cNvGrpSpPr/>
            <p:nvPr/>
          </p:nvGrpSpPr>
          <p:grpSpPr>
            <a:xfrm>
              <a:off x="5818754" y="1559428"/>
              <a:ext cx="557734" cy="552200"/>
              <a:chOff x="3667838" y="1394579"/>
              <a:chExt cx="476279" cy="471554"/>
            </a:xfrm>
            <a:solidFill>
              <a:srgbClr val="C31632"/>
            </a:solidFill>
          </p:grpSpPr>
          <p:sp>
            <p:nvSpPr>
              <p:cNvPr id="111" name="Freeform: Shape 41">
                <a:extLst>
                  <a:ext uri="{FF2B5EF4-FFF2-40B4-BE49-F238E27FC236}">
                    <a16:creationId xmlns:a16="http://schemas.microsoft.com/office/drawing/2014/main" id="{A8F71CAE-7E77-4B76-8A3A-8C0C7FA32E72}"/>
                  </a:ext>
                </a:extLst>
              </p:cNvPr>
              <p:cNvSpPr/>
              <p:nvPr/>
            </p:nvSpPr>
            <p:spPr>
              <a:xfrm>
                <a:off x="3667838" y="1394579"/>
                <a:ext cx="476279" cy="471554"/>
              </a:xfrm>
              <a:custGeom>
                <a:avLst/>
                <a:gdLst>
                  <a:gd name="connsiteX0" fmla="*/ 471960 w 476279"/>
                  <a:gd name="connsiteY0" fmla="*/ 286875 h 471554"/>
                  <a:gd name="connsiteX1" fmla="*/ 432000 w 476279"/>
                  <a:gd name="connsiteY1" fmla="*/ 259875 h 471554"/>
                  <a:gd name="connsiteX2" fmla="*/ 432000 w 476279"/>
                  <a:gd name="connsiteY2" fmla="*/ 178875 h 471554"/>
                  <a:gd name="connsiteX3" fmla="*/ 471960 w 476279"/>
                  <a:gd name="connsiteY3" fmla="*/ 152415 h 471554"/>
                  <a:gd name="connsiteX4" fmla="*/ 475740 w 476279"/>
                  <a:gd name="connsiteY4" fmla="*/ 145935 h 471554"/>
                  <a:gd name="connsiteX5" fmla="*/ 471960 w 476279"/>
                  <a:gd name="connsiteY5" fmla="*/ 139455 h 471554"/>
                  <a:gd name="connsiteX6" fmla="*/ 266220 w 476279"/>
                  <a:gd name="connsiteY6" fmla="*/ 1215 h 471554"/>
                  <a:gd name="connsiteX7" fmla="*/ 257040 w 476279"/>
                  <a:gd name="connsiteY7" fmla="*/ 1215 h 471554"/>
                  <a:gd name="connsiteX8" fmla="*/ 3240 w 476279"/>
                  <a:gd name="connsiteY8" fmla="*/ 170775 h 471554"/>
                  <a:gd name="connsiteX9" fmla="*/ 1080 w 476279"/>
                  <a:gd name="connsiteY9" fmla="*/ 172935 h 471554"/>
                  <a:gd name="connsiteX10" fmla="*/ 1080 w 476279"/>
                  <a:gd name="connsiteY10" fmla="*/ 173475 h 471554"/>
                  <a:gd name="connsiteX11" fmla="*/ 0 w 476279"/>
                  <a:gd name="connsiteY11" fmla="*/ 177795 h 471554"/>
                  <a:gd name="connsiteX12" fmla="*/ 0 w 476279"/>
                  <a:gd name="connsiteY12" fmla="*/ 326295 h 471554"/>
                  <a:gd name="connsiteX13" fmla="*/ 3780 w 476279"/>
                  <a:gd name="connsiteY13" fmla="*/ 332775 h 471554"/>
                  <a:gd name="connsiteX14" fmla="*/ 209520 w 476279"/>
                  <a:gd name="connsiteY14" fmla="*/ 469935 h 471554"/>
                  <a:gd name="connsiteX15" fmla="*/ 213840 w 476279"/>
                  <a:gd name="connsiteY15" fmla="*/ 471555 h 471554"/>
                  <a:gd name="connsiteX16" fmla="*/ 218160 w 476279"/>
                  <a:gd name="connsiteY16" fmla="*/ 469935 h 471554"/>
                  <a:gd name="connsiteX17" fmla="*/ 472500 w 476279"/>
                  <a:gd name="connsiteY17" fmla="*/ 300375 h 471554"/>
                  <a:gd name="connsiteX18" fmla="*/ 476280 w 476279"/>
                  <a:gd name="connsiteY18" fmla="*/ 293895 h 471554"/>
                  <a:gd name="connsiteX19" fmla="*/ 471960 w 476279"/>
                  <a:gd name="connsiteY19" fmla="*/ 286875 h 471554"/>
                  <a:gd name="connsiteX20" fmla="*/ 261900 w 476279"/>
                  <a:gd name="connsiteY20" fmla="*/ 17955 h 471554"/>
                  <a:gd name="connsiteX21" fmla="*/ 453060 w 476279"/>
                  <a:gd name="connsiteY21" fmla="*/ 145395 h 471554"/>
                  <a:gd name="connsiteX22" fmla="*/ 421740 w 476279"/>
                  <a:gd name="connsiteY22" fmla="*/ 165915 h 471554"/>
                  <a:gd name="connsiteX23" fmla="*/ 417420 w 476279"/>
                  <a:gd name="connsiteY23" fmla="*/ 168615 h 471554"/>
                  <a:gd name="connsiteX24" fmla="*/ 213300 w 476279"/>
                  <a:gd name="connsiteY24" fmla="*/ 304695 h 471554"/>
                  <a:gd name="connsiteX25" fmla="*/ 59940 w 476279"/>
                  <a:gd name="connsiteY25" fmla="*/ 202635 h 471554"/>
                  <a:gd name="connsiteX26" fmla="*/ 58860 w 476279"/>
                  <a:gd name="connsiteY26" fmla="*/ 201555 h 471554"/>
                  <a:gd name="connsiteX27" fmla="*/ 22140 w 476279"/>
                  <a:gd name="connsiteY27" fmla="*/ 177255 h 471554"/>
                  <a:gd name="connsiteX28" fmla="*/ 261900 w 476279"/>
                  <a:gd name="connsiteY28" fmla="*/ 17955 h 471554"/>
                  <a:gd name="connsiteX29" fmla="*/ 62640 w 476279"/>
                  <a:gd name="connsiteY29" fmla="*/ 224235 h 471554"/>
                  <a:gd name="connsiteX30" fmla="*/ 208440 w 476279"/>
                  <a:gd name="connsiteY30" fmla="*/ 321435 h 471554"/>
                  <a:gd name="connsiteX31" fmla="*/ 217620 w 476279"/>
                  <a:gd name="connsiteY31" fmla="*/ 321435 h 471554"/>
                  <a:gd name="connsiteX32" fmla="*/ 415800 w 476279"/>
                  <a:gd name="connsiteY32" fmla="*/ 189135 h 471554"/>
                  <a:gd name="connsiteX33" fmla="*/ 415800 w 476279"/>
                  <a:gd name="connsiteY33" fmla="*/ 255555 h 471554"/>
                  <a:gd name="connsiteX34" fmla="*/ 214380 w 476279"/>
                  <a:gd name="connsiteY34" fmla="*/ 388395 h 471554"/>
                  <a:gd name="connsiteX35" fmla="*/ 62640 w 476279"/>
                  <a:gd name="connsiteY35" fmla="*/ 291195 h 471554"/>
                  <a:gd name="connsiteX36" fmla="*/ 62640 w 476279"/>
                  <a:gd name="connsiteY36" fmla="*/ 224235 h 471554"/>
                  <a:gd name="connsiteX37" fmla="*/ 62640 w 476279"/>
                  <a:gd name="connsiteY37" fmla="*/ 224235 h 471554"/>
                  <a:gd name="connsiteX38" fmla="*/ 213300 w 476279"/>
                  <a:gd name="connsiteY38" fmla="*/ 453195 h 471554"/>
                  <a:gd name="connsiteX39" fmla="*/ 15660 w 476279"/>
                  <a:gd name="connsiteY39" fmla="*/ 321435 h 471554"/>
                  <a:gd name="connsiteX40" fmla="*/ 15660 w 476279"/>
                  <a:gd name="connsiteY40" fmla="*/ 192915 h 471554"/>
                  <a:gd name="connsiteX41" fmla="*/ 46980 w 476279"/>
                  <a:gd name="connsiteY41" fmla="*/ 213435 h 471554"/>
                  <a:gd name="connsiteX42" fmla="*/ 46980 w 476279"/>
                  <a:gd name="connsiteY42" fmla="*/ 295515 h 471554"/>
                  <a:gd name="connsiteX43" fmla="*/ 50760 w 476279"/>
                  <a:gd name="connsiteY43" fmla="*/ 302535 h 471554"/>
                  <a:gd name="connsiteX44" fmla="*/ 210600 w 476279"/>
                  <a:gd name="connsiteY44" fmla="*/ 405135 h 471554"/>
                  <a:gd name="connsiteX45" fmla="*/ 214920 w 476279"/>
                  <a:gd name="connsiteY45" fmla="*/ 406215 h 471554"/>
                  <a:gd name="connsiteX46" fmla="*/ 219240 w 476279"/>
                  <a:gd name="connsiteY46" fmla="*/ 405135 h 471554"/>
                  <a:gd name="connsiteX47" fmla="*/ 421200 w 476279"/>
                  <a:gd name="connsiteY47" fmla="*/ 272295 h 471554"/>
                  <a:gd name="connsiteX48" fmla="*/ 453060 w 476279"/>
                  <a:gd name="connsiteY48" fmla="*/ 293895 h 471554"/>
                  <a:gd name="connsiteX49" fmla="*/ 213300 w 476279"/>
                  <a:gd name="connsiteY49" fmla="*/ 453195 h 471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476279" h="471554">
                    <a:moveTo>
                      <a:pt x="471960" y="286875"/>
                    </a:moveTo>
                    <a:lnTo>
                      <a:pt x="432000" y="259875"/>
                    </a:lnTo>
                    <a:lnTo>
                      <a:pt x="432000" y="178875"/>
                    </a:lnTo>
                    <a:lnTo>
                      <a:pt x="471960" y="152415"/>
                    </a:lnTo>
                    <a:cubicBezTo>
                      <a:pt x="474120" y="150795"/>
                      <a:pt x="475740" y="148635"/>
                      <a:pt x="475740" y="145935"/>
                    </a:cubicBezTo>
                    <a:cubicBezTo>
                      <a:pt x="475740" y="143235"/>
                      <a:pt x="474120" y="140535"/>
                      <a:pt x="471960" y="139455"/>
                    </a:cubicBezTo>
                    <a:lnTo>
                      <a:pt x="266220" y="1215"/>
                    </a:lnTo>
                    <a:cubicBezTo>
                      <a:pt x="263520" y="-405"/>
                      <a:pt x="259740" y="-405"/>
                      <a:pt x="257040" y="1215"/>
                    </a:cubicBezTo>
                    <a:lnTo>
                      <a:pt x="3240" y="170775"/>
                    </a:lnTo>
                    <a:cubicBezTo>
                      <a:pt x="2160" y="171315"/>
                      <a:pt x="1620" y="171855"/>
                      <a:pt x="1080" y="172935"/>
                    </a:cubicBezTo>
                    <a:cubicBezTo>
                      <a:pt x="1080" y="172935"/>
                      <a:pt x="1080" y="172935"/>
                      <a:pt x="1080" y="173475"/>
                    </a:cubicBezTo>
                    <a:cubicBezTo>
                      <a:pt x="0" y="175095"/>
                      <a:pt x="0" y="176175"/>
                      <a:pt x="0" y="177795"/>
                    </a:cubicBezTo>
                    <a:lnTo>
                      <a:pt x="0" y="326295"/>
                    </a:lnTo>
                    <a:cubicBezTo>
                      <a:pt x="0" y="328995"/>
                      <a:pt x="1620" y="331695"/>
                      <a:pt x="3780" y="332775"/>
                    </a:cubicBezTo>
                    <a:lnTo>
                      <a:pt x="209520" y="469935"/>
                    </a:lnTo>
                    <a:cubicBezTo>
                      <a:pt x="211140" y="471015"/>
                      <a:pt x="212220" y="471555"/>
                      <a:pt x="213840" y="471555"/>
                    </a:cubicBezTo>
                    <a:cubicBezTo>
                      <a:pt x="215460" y="471555"/>
                      <a:pt x="217080" y="471015"/>
                      <a:pt x="218160" y="469935"/>
                    </a:cubicBezTo>
                    <a:lnTo>
                      <a:pt x="472500" y="300375"/>
                    </a:lnTo>
                    <a:cubicBezTo>
                      <a:pt x="474660" y="298755"/>
                      <a:pt x="476280" y="296595"/>
                      <a:pt x="476280" y="293895"/>
                    </a:cubicBezTo>
                    <a:cubicBezTo>
                      <a:pt x="475740" y="290655"/>
                      <a:pt x="474120" y="287955"/>
                      <a:pt x="471960" y="286875"/>
                    </a:cubicBezTo>
                    <a:close/>
                    <a:moveTo>
                      <a:pt x="261900" y="17955"/>
                    </a:moveTo>
                    <a:lnTo>
                      <a:pt x="453060" y="145395"/>
                    </a:lnTo>
                    <a:lnTo>
                      <a:pt x="421740" y="165915"/>
                    </a:lnTo>
                    <a:cubicBezTo>
                      <a:pt x="420120" y="166455"/>
                      <a:pt x="418500" y="167535"/>
                      <a:pt x="417420" y="168615"/>
                    </a:cubicBezTo>
                    <a:lnTo>
                      <a:pt x="213300" y="304695"/>
                    </a:lnTo>
                    <a:lnTo>
                      <a:pt x="59940" y="202635"/>
                    </a:lnTo>
                    <a:cubicBezTo>
                      <a:pt x="59400" y="202095"/>
                      <a:pt x="58860" y="202095"/>
                      <a:pt x="58860" y="201555"/>
                    </a:cubicBezTo>
                    <a:lnTo>
                      <a:pt x="22140" y="177255"/>
                    </a:lnTo>
                    <a:lnTo>
                      <a:pt x="261900" y="17955"/>
                    </a:lnTo>
                    <a:close/>
                    <a:moveTo>
                      <a:pt x="62640" y="224235"/>
                    </a:moveTo>
                    <a:lnTo>
                      <a:pt x="208440" y="321435"/>
                    </a:lnTo>
                    <a:cubicBezTo>
                      <a:pt x="211140" y="323055"/>
                      <a:pt x="214920" y="323055"/>
                      <a:pt x="217620" y="321435"/>
                    </a:cubicBezTo>
                    <a:lnTo>
                      <a:pt x="415800" y="189135"/>
                    </a:lnTo>
                    <a:lnTo>
                      <a:pt x="415800" y="255555"/>
                    </a:lnTo>
                    <a:lnTo>
                      <a:pt x="214380" y="388395"/>
                    </a:lnTo>
                    <a:lnTo>
                      <a:pt x="62640" y="291195"/>
                    </a:lnTo>
                    <a:lnTo>
                      <a:pt x="62640" y="224235"/>
                    </a:lnTo>
                    <a:lnTo>
                      <a:pt x="62640" y="224235"/>
                    </a:lnTo>
                    <a:close/>
                    <a:moveTo>
                      <a:pt x="213300" y="453195"/>
                    </a:moveTo>
                    <a:lnTo>
                      <a:pt x="15660" y="321435"/>
                    </a:lnTo>
                    <a:lnTo>
                      <a:pt x="15660" y="192915"/>
                    </a:lnTo>
                    <a:lnTo>
                      <a:pt x="46980" y="213435"/>
                    </a:lnTo>
                    <a:lnTo>
                      <a:pt x="46980" y="295515"/>
                    </a:lnTo>
                    <a:cubicBezTo>
                      <a:pt x="46980" y="298215"/>
                      <a:pt x="48600" y="300915"/>
                      <a:pt x="50760" y="302535"/>
                    </a:cubicBezTo>
                    <a:lnTo>
                      <a:pt x="210600" y="405135"/>
                    </a:lnTo>
                    <a:cubicBezTo>
                      <a:pt x="211680" y="406215"/>
                      <a:pt x="213300" y="406215"/>
                      <a:pt x="214920" y="406215"/>
                    </a:cubicBezTo>
                    <a:cubicBezTo>
                      <a:pt x="216540" y="406215"/>
                      <a:pt x="218160" y="405675"/>
                      <a:pt x="219240" y="405135"/>
                    </a:cubicBezTo>
                    <a:lnTo>
                      <a:pt x="421200" y="272295"/>
                    </a:lnTo>
                    <a:lnTo>
                      <a:pt x="453060" y="293895"/>
                    </a:lnTo>
                    <a:lnTo>
                      <a:pt x="213300" y="453195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2" name="Freeform: Shape 42">
                <a:extLst>
                  <a:ext uri="{FF2B5EF4-FFF2-40B4-BE49-F238E27FC236}">
                    <a16:creationId xmlns:a16="http://schemas.microsoft.com/office/drawing/2014/main" id="{B6BE3EA1-88F7-409D-856D-378B1D031AD1}"/>
                  </a:ext>
                </a:extLst>
              </p:cNvPr>
              <p:cNvSpPr/>
              <p:nvPr/>
            </p:nvSpPr>
            <p:spPr>
              <a:xfrm>
                <a:off x="3890978" y="1471515"/>
                <a:ext cx="112079" cy="82499"/>
              </a:xfrm>
              <a:custGeom>
                <a:avLst/>
                <a:gdLst>
                  <a:gd name="connsiteX0" fmla="*/ 3660 w 112079"/>
                  <a:gd name="connsiteY0" fmla="*/ 15000 h 82499"/>
                  <a:gd name="connsiteX1" fmla="*/ 99780 w 112079"/>
                  <a:gd name="connsiteY1" fmla="*/ 80880 h 82499"/>
                  <a:gd name="connsiteX2" fmla="*/ 104100 w 112079"/>
                  <a:gd name="connsiteY2" fmla="*/ 82500 h 82499"/>
                  <a:gd name="connsiteX3" fmla="*/ 110580 w 112079"/>
                  <a:gd name="connsiteY3" fmla="*/ 78720 h 82499"/>
                  <a:gd name="connsiteX4" fmla="*/ 108420 w 112079"/>
                  <a:gd name="connsiteY4" fmla="*/ 67380 h 82499"/>
                  <a:gd name="connsiteX5" fmla="*/ 12840 w 112079"/>
                  <a:gd name="connsiteY5" fmla="*/ 1500 h 82499"/>
                  <a:gd name="connsiteX6" fmla="*/ 1500 w 112079"/>
                  <a:gd name="connsiteY6" fmla="*/ 3660 h 82499"/>
                  <a:gd name="connsiteX7" fmla="*/ 3660 w 112079"/>
                  <a:gd name="connsiteY7" fmla="*/ 15000 h 8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079" h="82499">
                    <a:moveTo>
                      <a:pt x="3660" y="15000"/>
                    </a:moveTo>
                    <a:lnTo>
                      <a:pt x="99780" y="80880"/>
                    </a:lnTo>
                    <a:cubicBezTo>
                      <a:pt x="101400" y="81960"/>
                      <a:pt x="103020" y="82500"/>
                      <a:pt x="104100" y="82500"/>
                    </a:cubicBezTo>
                    <a:cubicBezTo>
                      <a:pt x="106800" y="82500"/>
                      <a:pt x="108960" y="81420"/>
                      <a:pt x="110580" y="78720"/>
                    </a:cubicBezTo>
                    <a:cubicBezTo>
                      <a:pt x="113280" y="74940"/>
                      <a:pt x="112200" y="70080"/>
                      <a:pt x="108420" y="67380"/>
                    </a:cubicBezTo>
                    <a:lnTo>
                      <a:pt x="12840" y="1500"/>
                    </a:lnTo>
                    <a:cubicBezTo>
                      <a:pt x="9060" y="-1200"/>
                      <a:pt x="4200" y="-120"/>
                      <a:pt x="1500" y="3660"/>
                    </a:cubicBezTo>
                    <a:cubicBezTo>
                      <a:pt x="-1200" y="7440"/>
                      <a:pt x="-120" y="12300"/>
                      <a:pt x="3660" y="1500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952D414-66FF-4EF6-8CCE-5C48B0557BF7}"/>
              </a:ext>
            </a:extLst>
          </p:cNvPr>
          <p:cNvGrpSpPr/>
          <p:nvPr/>
        </p:nvGrpSpPr>
        <p:grpSpPr>
          <a:xfrm>
            <a:off x="8067288" y="1292663"/>
            <a:ext cx="3040587" cy="2297442"/>
            <a:chOff x="8067288" y="1292663"/>
            <a:chExt cx="3040587" cy="2297442"/>
          </a:xfrm>
        </p:grpSpPr>
        <p:sp>
          <p:nvSpPr>
            <p:cNvPr id="88" name="Rectangle 35">
              <a:extLst>
                <a:ext uri="{FF2B5EF4-FFF2-40B4-BE49-F238E27FC236}">
                  <a16:creationId xmlns:a16="http://schemas.microsoft.com/office/drawing/2014/main" id="{D520F537-6770-4A58-AED9-F32DEA93BB6E}"/>
                </a:ext>
              </a:extLst>
            </p:cNvPr>
            <p:cNvSpPr/>
            <p:nvPr/>
          </p:nvSpPr>
          <p:spPr>
            <a:xfrm>
              <a:off x="8067288" y="1292663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49711FB-607E-4DBF-8A79-83EF3F5DBDE6}"/>
                </a:ext>
              </a:extLst>
            </p:cNvPr>
            <p:cNvSpPr txBox="1"/>
            <p:nvPr/>
          </p:nvSpPr>
          <p:spPr>
            <a:xfrm>
              <a:off x="8374606" y="2225579"/>
              <a:ext cx="242595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4,6</a:t>
              </a:r>
              <a:endParaRPr lang="ru-RU" sz="3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88443D-2F1B-46FA-8AF1-4441B6CE0F2F}"/>
                </a:ext>
              </a:extLst>
            </p:cNvPr>
            <p:cNvSpPr txBox="1"/>
            <p:nvPr/>
          </p:nvSpPr>
          <p:spPr>
            <a:xfrm>
              <a:off x="8374606" y="2709211"/>
              <a:ext cx="242595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средняя оценка удобства (из 5)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8" name="Рисунок 186">
              <a:extLst>
                <a:ext uri="{FF2B5EF4-FFF2-40B4-BE49-F238E27FC236}">
                  <a16:creationId xmlns:a16="http://schemas.microsoft.com/office/drawing/2014/main" id="{A39178DB-8D3A-4DB8-B105-B9B5C995706A}"/>
                </a:ext>
              </a:extLst>
            </p:cNvPr>
            <p:cNvSpPr/>
            <p:nvPr/>
          </p:nvSpPr>
          <p:spPr>
            <a:xfrm>
              <a:off x="9308714" y="1568670"/>
              <a:ext cx="557734" cy="533715"/>
            </a:xfrm>
            <a:custGeom>
              <a:avLst/>
              <a:gdLst>
                <a:gd name="connsiteX0" fmla="*/ 499555 w 500743"/>
                <a:gd name="connsiteY0" fmla="*/ 181040 h 479179"/>
                <a:gd name="connsiteX1" fmla="*/ 480255 w 500743"/>
                <a:gd name="connsiteY1" fmla="*/ 164770 h 479179"/>
                <a:gd name="connsiteX2" fmla="*/ 336226 w 500743"/>
                <a:gd name="connsiteY2" fmla="*/ 143840 h 479179"/>
                <a:gd name="connsiteX3" fmla="*/ 271815 w 500743"/>
                <a:gd name="connsiteY3" fmla="*/ 13327 h 479179"/>
                <a:gd name="connsiteX4" fmla="*/ 250377 w 500743"/>
                <a:gd name="connsiteY4" fmla="*/ 0 h 479179"/>
                <a:gd name="connsiteX5" fmla="*/ 250377 w 500743"/>
                <a:gd name="connsiteY5" fmla="*/ 0 h 479179"/>
                <a:gd name="connsiteX6" fmla="*/ 228934 w 500743"/>
                <a:gd name="connsiteY6" fmla="*/ 13327 h 479179"/>
                <a:gd name="connsiteX7" fmla="*/ 164522 w 500743"/>
                <a:gd name="connsiteY7" fmla="*/ 143840 h 479179"/>
                <a:gd name="connsiteX8" fmla="*/ 20494 w 500743"/>
                <a:gd name="connsiteY8" fmla="*/ 164770 h 479179"/>
                <a:gd name="connsiteX9" fmla="*/ 1189 w 500743"/>
                <a:gd name="connsiteY9" fmla="*/ 181040 h 479179"/>
                <a:gd name="connsiteX10" fmla="*/ 7242 w 500743"/>
                <a:gd name="connsiteY10" fmla="*/ 205556 h 479179"/>
                <a:gd name="connsiteX11" fmla="*/ 111462 w 500743"/>
                <a:gd name="connsiteY11" fmla="*/ 307147 h 479179"/>
                <a:gd name="connsiteX12" fmla="*/ 86757 w 500743"/>
                <a:gd name="connsiteY12" fmla="*/ 451202 h 479179"/>
                <a:gd name="connsiteX13" fmla="*/ 96121 w 500743"/>
                <a:gd name="connsiteY13" fmla="*/ 474482 h 479179"/>
                <a:gd name="connsiteX14" fmla="*/ 110301 w 500743"/>
                <a:gd name="connsiteY14" fmla="*/ 479180 h 479179"/>
                <a:gd name="connsiteX15" fmla="*/ 121117 w 500743"/>
                <a:gd name="connsiteY15" fmla="*/ 476582 h 479179"/>
                <a:gd name="connsiteX16" fmla="*/ 253363 w 500743"/>
                <a:gd name="connsiteY16" fmla="*/ 409649 h 479179"/>
                <a:gd name="connsiteX17" fmla="*/ 379194 w 500743"/>
                <a:gd name="connsiteY17" fmla="*/ 475799 h 479179"/>
                <a:gd name="connsiteX18" fmla="*/ 404374 w 500743"/>
                <a:gd name="connsiteY18" fmla="*/ 473980 h 479179"/>
                <a:gd name="connsiteX19" fmla="*/ 413889 w 500743"/>
                <a:gd name="connsiteY19" fmla="*/ 450592 h 479179"/>
                <a:gd name="connsiteX20" fmla="*/ 389281 w 500743"/>
                <a:gd name="connsiteY20" fmla="*/ 307147 h 479179"/>
                <a:gd name="connsiteX21" fmla="*/ 493501 w 500743"/>
                <a:gd name="connsiteY21" fmla="*/ 205562 h 479179"/>
                <a:gd name="connsiteX22" fmla="*/ 499555 w 500743"/>
                <a:gd name="connsiteY22" fmla="*/ 181040 h 479179"/>
                <a:gd name="connsiteX23" fmla="*/ 482199 w 500743"/>
                <a:gd name="connsiteY23" fmla="*/ 193957 h 479179"/>
                <a:gd name="connsiteX24" fmla="*/ 371877 w 500743"/>
                <a:gd name="connsiteY24" fmla="*/ 301493 h 479179"/>
                <a:gd name="connsiteX25" fmla="*/ 397921 w 500743"/>
                <a:gd name="connsiteY25" fmla="*/ 453330 h 479179"/>
                <a:gd name="connsiteX26" fmla="*/ 394854 w 500743"/>
                <a:gd name="connsiteY26" fmla="*/ 460874 h 479179"/>
                <a:gd name="connsiteX27" fmla="*/ 386738 w 500743"/>
                <a:gd name="connsiteY27" fmla="*/ 461462 h 479179"/>
                <a:gd name="connsiteX28" fmla="*/ 253509 w 500743"/>
                <a:gd name="connsiteY28" fmla="*/ 391419 h 479179"/>
                <a:gd name="connsiteX29" fmla="*/ 113806 w 500743"/>
                <a:gd name="connsiteY29" fmla="*/ 462127 h 479179"/>
                <a:gd name="connsiteX30" fmla="*/ 105743 w 500743"/>
                <a:gd name="connsiteY30" fmla="*/ 461452 h 479179"/>
                <a:gd name="connsiteX31" fmla="*/ 102725 w 500743"/>
                <a:gd name="connsiteY31" fmla="*/ 453946 h 479179"/>
                <a:gd name="connsiteX32" fmla="*/ 128872 w 500743"/>
                <a:gd name="connsiteY32" fmla="*/ 301498 h 479179"/>
                <a:gd name="connsiteX33" fmla="*/ 18550 w 500743"/>
                <a:gd name="connsiteY33" fmla="*/ 193963 h 479179"/>
                <a:gd name="connsiteX34" fmla="*/ 16600 w 500743"/>
                <a:gd name="connsiteY34" fmla="*/ 186057 h 479179"/>
                <a:gd name="connsiteX35" fmla="*/ 22826 w 500743"/>
                <a:gd name="connsiteY35" fmla="*/ 180808 h 479179"/>
                <a:gd name="connsiteX36" fmla="*/ 175285 w 500743"/>
                <a:gd name="connsiteY36" fmla="*/ 158652 h 479179"/>
                <a:gd name="connsiteX37" fmla="*/ 243465 w 500743"/>
                <a:gd name="connsiteY37" fmla="*/ 20504 h 479179"/>
                <a:gd name="connsiteX38" fmla="*/ 250377 w 500743"/>
                <a:gd name="connsiteY38" fmla="*/ 16205 h 479179"/>
                <a:gd name="connsiteX39" fmla="*/ 250377 w 500743"/>
                <a:gd name="connsiteY39" fmla="*/ 16205 h 479179"/>
                <a:gd name="connsiteX40" fmla="*/ 257289 w 500743"/>
                <a:gd name="connsiteY40" fmla="*/ 20504 h 479179"/>
                <a:gd name="connsiteX41" fmla="*/ 325469 w 500743"/>
                <a:gd name="connsiteY41" fmla="*/ 158652 h 479179"/>
                <a:gd name="connsiteX42" fmla="*/ 477928 w 500743"/>
                <a:gd name="connsiteY42" fmla="*/ 180808 h 479179"/>
                <a:gd name="connsiteX43" fmla="*/ 484148 w 500743"/>
                <a:gd name="connsiteY43" fmla="*/ 186057 h 479179"/>
                <a:gd name="connsiteX44" fmla="*/ 482199 w 500743"/>
                <a:gd name="connsiteY44" fmla="*/ 193957 h 47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00743" h="479179">
                  <a:moveTo>
                    <a:pt x="499555" y="181040"/>
                  </a:moveTo>
                  <a:cubicBezTo>
                    <a:pt x="496720" y="172319"/>
                    <a:pt x="489322" y="166082"/>
                    <a:pt x="480255" y="164770"/>
                  </a:cubicBezTo>
                  <a:lnTo>
                    <a:pt x="336226" y="143840"/>
                  </a:lnTo>
                  <a:lnTo>
                    <a:pt x="271815" y="13327"/>
                  </a:lnTo>
                  <a:cubicBezTo>
                    <a:pt x="267760" y="5108"/>
                    <a:pt x="259546" y="0"/>
                    <a:pt x="250377" y="0"/>
                  </a:cubicBezTo>
                  <a:lnTo>
                    <a:pt x="250377" y="0"/>
                  </a:lnTo>
                  <a:cubicBezTo>
                    <a:pt x="241213" y="0"/>
                    <a:pt x="232994" y="5108"/>
                    <a:pt x="228934" y="13327"/>
                  </a:cubicBezTo>
                  <a:lnTo>
                    <a:pt x="164522" y="143840"/>
                  </a:lnTo>
                  <a:lnTo>
                    <a:pt x="20494" y="164770"/>
                  </a:lnTo>
                  <a:cubicBezTo>
                    <a:pt x="11416" y="166088"/>
                    <a:pt x="4024" y="172319"/>
                    <a:pt x="1189" y="181040"/>
                  </a:cubicBezTo>
                  <a:cubicBezTo>
                    <a:pt x="-1646" y="189761"/>
                    <a:pt x="676" y="199152"/>
                    <a:pt x="7242" y="205556"/>
                  </a:cubicBezTo>
                  <a:lnTo>
                    <a:pt x="111462" y="307147"/>
                  </a:lnTo>
                  <a:lnTo>
                    <a:pt x="86757" y="451202"/>
                  </a:lnTo>
                  <a:cubicBezTo>
                    <a:pt x="85218" y="460161"/>
                    <a:pt x="88809" y="469082"/>
                    <a:pt x="96121" y="474482"/>
                  </a:cubicBezTo>
                  <a:cubicBezTo>
                    <a:pt x="100333" y="477592"/>
                    <a:pt x="105301" y="479180"/>
                    <a:pt x="110301" y="479180"/>
                  </a:cubicBezTo>
                  <a:cubicBezTo>
                    <a:pt x="113984" y="479180"/>
                    <a:pt x="117683" y="478321"/>
                    <a:pt x="121117" y="476582"/>
                  </a:cubicBezTo>
                  <a:lnTo>
                    <a:pt x="253363" y="409649"/>
                  </a:lnTo>
                  <a:lnTo>
                    <a:pt x="379194" y="475799"/>
                  </a:lnTo>
                  <a:cubicBezTo>
                    <a:pt x="387310" y="480071"/>
                    <a:pt x="396960" y="479374"/>
                    <a:pt x="404374" y="473980"/>
                  </a:cubicBezTo>
                  <a:cubicBezTo>
                    <a:pt x="411794" y="468590"/>
                    <a:pt x="415439" y="459626"/>
                    <a:pt x="413889" y="450592"/>
                  </a:cubicBezTo>
                  <a:lnTo>
                    <a:pt x="389281" y="307147"/>
                  </a:lnTo>
                  <a:lnTo>
                    <a:pt x="493501" y="205562"/>
                  </a:lnTo>
                  <a:cubicBezTo>
                    <a:pt x="500068" y="199157"/>
                    <a:pt x="502390" y="189761"/>
                    <a:pt x="499555" y="181040"/>
                  </a:cubicBezTo>
                  <a:close/>
                  <a:moveTo>
                    <a:pt x="482199" y="193957"/>
                  </a:moveTo>
                  <a:lnTo>
                    <a:pt x="371877" y="301493"/>
                  </a:lnTo>
                  <a:lnTo>
                    <a:pt x="397921" y="453330"/>
                  </a:lnTo>
                  <a:cubicBezTo>
                    <a:pt x="398429" y="456289"/>
                    <a:pt x="397279" y="459108"/>
                    <a:pt x="394854" y="460874"/>
                  </a:cubicBezTo>
                  <a:cubicBezTo>
                    <a:pt x="392429" y="462645"/>
                    <a:pt x="389395" y="462866"/>
                    <a:pt x="386738" y="461462"/>
                  </a:cubicBezTo>
                  <a:lnTo>
                    <a:pt x="253509" y="391419"/>
                  </a:lnTo>
                  <a:lnTo>
                    <a:pt x="113806" y="462127"/>
                  </a:lnTo>
                  <a:cubicBezTo>
                    <a:pt x="111138" y="463471"/>
                    <a:pt x="108136" y="463212"/>
                    <a:pt x="105743" y="461452"/>
                  </a:cubicBezTo>
                  <a:cubicBezTo>
                    <a:pt x="103351" y="459686"/>
                    <a:pt x="102223" y="456878"/>
                    <a:pt x="102725" y="453946"/>
                  </a:cubicBezTo>
                  <a:lnTo>
                    <a:pt x="128872" y="301498"/>
                  </a:lnTo>
                  <a:lnTo>
                    <a:pt x="18550" y="193963"/>
                  </a:lnTo>
                  <a:cubicBezTo>
                    <a:pt x="16400" y="191867"/>
                    <a:pt x="15671" y="188914"/>
                    <a:pt x="16600" y="186057"/>
                  </a:cubicBezTo>
                  <a:cubicBezTo>
                    <a:pt x="17529" y="183206"/>
                    <a:pt x="19856" y="181240"/>
                    <a:pt x="22826" y="180808"/>
                  </a:cubicBezTo>
                  <a:lnTo>
                    <a:pt x="175285" y="158652"/>
                  </a:lnTo>
                  <a:lnTo>
                    <a:pt x="243465" y="20504"/>
                  </a:lnTo>
                  <a:cubicBezTo>
                    <a:pt x="244793" y="17809"/>
                    <a:pt x="247380" y="16205"/>
                    <a:pt x="250377" y="16205"/>
                  </a:cubicBezTo>
                  <a:lnTo>
                    <a:pt x="250377" y="16205"/>
                  </a:lnTo>
                  <a:cubicBezTo>
                    <a:pt x="253379" y="16205"/>
                    <a:pt x="255961" y="17809"/>
                    <a:pt x="257289" y="20504"/>
                  </a:cubicBezTo>
                  <a:lnTo>
                    <a:pt x="325469" y="158652"/>
                  </a:lnTo>
                  <a:lnTo>
                    <a:pt x="477928" y="180808"/>
                  </a:lnTo>
                  <a:cubicBezTo>
                    <a:pt x="480898" y="181240"/>
                    <a:pt x="483220" y="183200"/>
                    <a:pt x="484148" y="186057"/>
                  </a:cubicBezTo>
                  <a:cubicBezTo>
                    <a:pt x="485077" y="188914"/>
                    <a:pt x="484348" y="191862"/>
                    <a:pt x="482199" y="193957"/>
                  </a:cubicBezTo>
                  <a:close/>
                </a:path>
              </a:pathLst>
            </a:custGeom>
            <a:solidFill>
              <a:srgbClr val="C31632"/>
            </a:solidFill>
            <a:ln w="5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1FDA775-9253-4C0F-A746-3D6D8C48D1E1}"/>
              </a:ext>
            </a:extLst>
          </p:cNvPr>
          <p:cNvGrpSpPr/>
          <p:nvPr/>
        </p:nvGrpSpPr>
        <p:grpSpPr>
          <a:xfrm>
            <a:off x="4577328" y="4047796"/>
            <a:ext cx="3040587" cy="2297442"/>
            <a:chOff x="4577328" y="4047796"/>
            <a:chExt cx="3040587" cy="2297442"/>
          </a:xfrm>
        </p:grpSpPr>
        <p:sp>
          <p:nvSpPr>
            <p:cNvPr id="80" name="Rectangle 35">
              <a:extLst>
                <a:ext uri="{FF2B5EF4-FFF2-40B4-BE49-F238E27FC236}">
                  <a16:creationId xmlns:a16="http://schemas.microsoft.com/office/drawing/2014/main" id="{E8124F16-5861-4E04-B00B-E5A835D8732C}"/>
                </a:ext>
              </a:extLst>
            </p:cNvPr>
            <p:cNvSpPr/>
            <p:nvPr/>
          </p:nvSpPr>
          <p:spPr>
            <a:xfrm>
              <a:off x="4577328" y="4047796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108836A-51F3-4458-A803-95217B978C37}"/>
                </a:ext>
              </a:extLst>
            </p:cNvPr>
            <p:cNvSpPr txBox="1"/>
            <p:nvPr/>
          </p:nvSpPr>
          <p:spPr>
            <a:xfrm>
              <a:off x="4884646" y="5097593"/>
              <a:ext cx="2425950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Автоматические отчёты для руководителей программ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105" name="Рисунок 258">
              <a:extLst>
                <a:ext uri="{FF2B5EF4-FFF2-40B4-BE49-F238E27FC236}">
                  <a16:creationId xmlns:a16="http://schemas.microsoft.com/office/drawing/2014/main" id="{487465C9-8826-4275-852E-6055E2561838}"/>
                </a:ext>
              </a:extLst>
            </p:cNvPr>
            <p:cNvGrpSpPr/>
            <p:nvPr/>
          </p:nvGrpSpPr>
          <p:grpSpPr>
            <a:xfrm>
              <a:off x="5818754" y="4361039"/>
              <a:ext cx="557734" cy="448078"/>
              <a:chOff x="2076318" y="1424172"/>
              <a:chExt cx="452411" cy="363463"/>
            </a:xfrm>
            <a:solidFill>
              <a:srgbClr val="C31632"/>
            </a:solidFill>
          </p:grpSpPr>
          <p:sp>
            <p:nvSpPr>
              <p:cNvPr id="113" name="Freeform: Shape 41">
                <a:extLst>
                  <a:ext uri="{FF2B5EF4-FFF2-40B4-BE49-F238E27FC236}">
                    <a16:creationId xmlns:a16="http://schemas.microsoft.com/office/drawing/2014/main" id="{626876E7-418E-4C7C-8CAB-2CB70DEBAA5E}"/>
                  </a:ext>
                </a:extLst>
              </p:cNvPr>
              <p:cNvSpPr/>
              <p:nvPr/>
            </p:nvSpPr>
            <p:spPr>
              <a:xfrm>
                <a:off x="2076318" y="1424172"/>
                <a:ext cx="452411" cy="363463"/>
              </a:xfrm>
              <a:custGeom>
                <a:avLst/>
                <a:gdLst>
                  <a:gd name="connsiteX0" fmla="*/ 406010 w 452411"/>
                  <a:gd name="connsiteY0" fmla="*/ 65966 h 363463"/>
                  <a:gd name="connsiteX1" fmla="*/ 299641 w 452411"/>
                  <a:gd name="connsiteY1" fmla="*/ 65966 h 363463"/>
                  <a:gd name="connsiteX2" fmla="*/ 299641 w 452411"/>
                  <a:gd name="connsiteY2" fmla="*/ 42914 h 363463"/>
                  <a:gd name="connsiteX3" fmla="*/ 264368 w 452411"/>
                  <a:gd name="connsiteY3" fmla="*/ 0 h 363463"/>
                  <a:gd name="connsiteX4" fmla="*/ 188060 w 452411"/>
                  <a:gd name="connsiteY4" fmla="*/ 0 h 363463"/>
                  <a:gd name="connsiteX5" fmla="*/ 152788 w 452411"/>
                  <a:gd name="connsiteY5" fmla="*/ 42914 h 363463"/>
                  <a:gd name="connsiteX6" fmla="*/ 152788 w 452411"/>
                  <a:gd name="connsiteY6" fmla="*/ 65966 h 363463"/>
                  <a:gd name="connsiteX7" fmla="*/ 46402 w 452411"/>
                  <a:gd name="connsiteY7" fmla="*/ 65966 h 363463"/>
                  <a:gd name="connsiteX8" fmla="*/ 0 w 452411"/>
                  <a:gd name="connsiteY8" fmla="*/ 112369 h 363463"/>
                  <a:gd name="connsiteX9" fmla="*/ 0 w 452411"/>
                  <a:gd name="connsiteY9" fmla="*/ 317061 h 363463"/>
                  <a:gd name="connsiteX10" fmla="*/ 46402 w 452411"/>
                  <a:gd name="connsiteY10" fmla="*/ 363463 h 363463"/>
                  <a:gd name="connsiteX11" fmla="*/ 406010 w 452411"/>
                  <a:gd name="connsiteY11" fmla="*/ 363463 h 363463"/>
                  <a:gd name="connsiteX12" fmla="*/ 452412 w 452411"/>
                  <a:gd name="connsiteY12" fmla="*/ 317061 h 363463"/>
                  <a:gd name="connsiteX13" fmla="*/ 452412 w 452411"/>
                  <a:gd name="connsiteY13" fmla="*/ 112369 h 363463"/>
                  <a:gd name="connsiteX14" fmla="*/ 406010 w 452411"/>
                  <a:gd name="connsiteY14" fmla="*/ 65966 h 363463"/>
                  <a:gd name="connsiteX15" fmla="*/ 168988 w 452411"/>
                  <a:gd name="connsiteY15" fmla="*/ 42914 h 363463"/>
                  <a:gd name="connsiteX16" fmla="*/ 188060 w 452411"/>
                  <a:gd name="connsiteY16" fmla="*/ 16200 h 363463"/>
                  <a:gd name="connsiteX17" fmla="*/ 264368 w 452411"/>
                  <a:gd name="connsiteY17" fmla="*/ 16200 h 363463"/>
                  <a:gd name="connsiteX18" fmla="*/ 283441 w 452411"/>
                  <a:gd name="connsiteY18" fmla="*/ 42914 h 363463"/>
                  <a:gd name="connsiteX19" fmla="*/ 283441 w 452411"/>
                  <a:gd name="connsiteY19" fmla="*/ 65966 h 363463"/>
                  <a:gd name="connsiteX20" fmla="*/ 168988 w 452411"/>
                  <a:gd name="connsiteY20" fmla="*/ 65966 h 363463"/>
                  <a:gd name="connsiteX21" fmla="*/ 168988 w 452411"/>
                  <a:gd name="connsiteY21" fmla="*/ 42914 h 363463"/>
                  <a:gd name="connsiteX22" fmla="*/ 436212 w 452411"/>
                  <a:gd name="connsiteY22" fmla="*/ 317061 h 363463"/>
                  <a:gd name="connsiteX23" fmla="*/ 406010 w 452411"/>
                  <a:gd name="connsiteY23" fmla="*/ 347263 h 363463"/>
                  <a:gd name="connsiteX24" fmla="*/ 46402 w 452411"/>
                  <a:gd name="connsiteY24" fmla="*/ 347263 h 363463"/>
                  <a:gd name="connsiteX25" fmla="*/ 16200 w 452411"/>
                  <a:gd name="connsiteY25" fmla="*/ 317061 h 363463"/>
                  <a:gd name="connsiteX26" fmla="*/ 16200 w 452411"/>
                  <a:gd name="connsiteY26" fmla="*/ 112369 h 363463"/>
                  <a:gd name="connsiteX27" fmla="*/ 46402 w 452411"/>
                  <a:gd name="connsiteY27" fmla="*/ 82166 h 363463"/>
                  <a:gd name="connsiteX28" fmla="*/ 406010 w 452411"/>
                  <a:gd name="connsiteY28" fmla="*/ 82166 h 363463"/>
                  <a:gd name="connsiteX29" fmla="*/ 436212 w 452411"/>
                  <a:gd name="connsiteY29" fmla="*/ 112369 h 363463"/>
                  <a:gd name="connsiteX30" fmla="*/ 436212 w 452411"/>
                  <a:gd name="connsiteY30" fmla="*/ 317061 h 363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52411" h="363463">
                    <a:moveTo>
                      <a:pt x="406010" y="65966"/>
                    </a:moveTo>
                    <a:lnTo>
                      <a:pt x="299641" y="65966"/>
                    </a:lnTo>
                    <a:lnTo>
                      <a:pt x="299641" y="42914"/>
                    </a:lnTo>
                    <a:cubicBezTo>
                      <a:pt x="299641" y="19251"/>
                      <a:pt x="283813" y="0"/>
                      <a:pt x="264368" y="0"/>
                    </a:cubicBezTo>
                    <a:lnTo>
                      <a:pt x="188060" y="0"/>
                    </a:lnTo>
                    <a:cubicBezTo>
                      <a:pt x="168610" y="0"/>
                      <a:pt x="152788" y="19251"/>
                      <a:pt x="152788" y="42914"/>
                    </a:cubicBezTo>
                    <a:lnTo>
                      <a:pt x="152788" y="65966"/>
                    </a:lnTo>
                    <a:lnTo>
                      <a:pt x="46402" y="65966"/>
                    </a:lnTo>
                    <a:cubicBezTo>
                      <a:pt x="20817" y="65966"/>
                      <a:pt x="0" y="86778"/>
                      <a:pt x="0" y="112369"/>
                    </a:cubicBezTo>
                    <a:lnTo>
                      <a:pt x="0" y="317061"/>
                    </a:lnTo>
                    <a:cubicBezTo>
                      <a:pt x="0" y="342646"/>
                      <a:pt x="20812" y="363463"/>
                      <a:pt x="46402" y="363463"/>
                    </a:cubicBezTo>
                    <a:lnTo>
                      <a:pt x="406010" y="363463"/>
                    </a:lnTo>
                    <a:cubicBezTo>
                      <a:pt x="431595" y="363463"/>
                      <a:pt x="452412" y="342652"/>
                      <a:pt x="452412" y="317061"/>
                    </a:cubicBezTo>
                    <a:lnTo>
                      <a:pt x="452412" y="112369"/>
                    </a:lnTo>
                    <a:cubicBezTo>
                      <a:pt x="452412" y="86778"/>
                      <a:pt x="431595" y="65966"/>
                      <a:pt x="406010" y="65966"/>
                    </a:cubicBezTo>
                    <a:close/>
                    <a:moveTo>
                      <a:pt x="168988" y="42914"/>
                    </a:moveTo>
                    <a:cubicBezTo>
                      <a:pt x="168988" y="28431"/>
                      <a:pt x="177719" y="16200"/>
                      <a:pt x="188060" y="16200"/>
                    </a:cubicBezTo>
                    <a:lnTo>
                      <a:pt x="264368" y="16200"/>
                    </a:lnTo>
                    <a:cubicBezTo>
                      <a:pt x="274709" y="16200"/>
                      <a:pt x="283441" y="28431"/>
                      <a:pt x="283441" y="42914"/>
                    </a:cubicBezTo>
                    <a:lnTo>
                      <a:pt x="283441" y="65966"/>
                    </a:lnTo>
                    <a:lnTo>
                      <a:pt x="168988" y="65966"/>
                    </a:lnTo>
                    <a:lnTo>
                      <a:pt x="168988" y="42914"/>
                    </a:lnTo>
                    <a:close/>
                    <a:moveTo>
                      <a:pt x="436212" y="317061"/>
                    </a:moveTo>
                    <a:cubicBezTo>
                      <a:pt x="436212" y="333715"/>
                      <a:pt x="422663" y="347263"/>
                      <a:pt x="406010" y="347263"/>
                    </a:cubicBezTo>
                    <a:lnTo>
                      <a:pt x="46402" y="347263"/>
                    </a:lnTo>
                    <a:cubicBezTo>
                      <a:pt x="29749" y="347263"/>
                      <a:pt x="16200" y="333715"/>
                      <a:pt x="16200" y="317061"/>
                    </a:cubicBezTo>
                    <a:lnTo>
                      <a:pt x="16200" y="112369"/>
                    </a:lnTo>
                    <a:cubicBezTo>
                      <a:pt x="16200" y="95715"/>
                      <a:pt x="29749" y="82166"/>
                      <a:pt x="46402" y="82166"/>
                    </a:cubicBezTo>
                    <a:lnTo>
                      <a:pt x="406010" y="82166"/>
                    </a:lnTo>
                    <a:cubicBezTo>
                      <a:pt x="422663" y="82166"/>
                      <a:pt x="436212" y="95715"/>
                      <a:pt x="436212" y="112369"/>
                    </a:cubicBezTo>
                    <a:lnTo>
                      <a:pt x="436212" y="317061"/>
                    </a:ln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4" name="Freeform: Shape 42">
                <a:extLst>
                  <a:ext uri="{FF2B5EF4-FFF2-40B4-BE49-F238E27FC236}">
                    <a16:creationId xmlns:a16="http://schemas.microsoft.com/office/drawing/2014/main" id="{14E5880C-4FFF-497F-9551-CF53A0B283F1}"/>
                  </a:ext>
                </a:extLst>
              </p:cNvPr>
              <p:cNvSpPr/>
              <p:nvPr/>
            </p:nvSpPr>
            <p:spPr>
              <a:xfrm>
                <a:off x="2202462" y="1649789"/>
                <a:ext cx="16199" cy="84834"/>
              </a:xfrm>
              <a:custGeom>
                <a:avLst/>
                <a:gdLst>
                  <a:gd name="connsiteX0" fmla="*/ 8100 w 16199"/>
                  <a:gd name="connsiteY0" fmla="*/ 0 h 84834"/>
                  <a:gd name="connsiteX1" fmla="*/ 0 w 16199"/>
                  <a:gd name="connsiteY1" fmla="*/ 8100 h 84834"/>
                  <a:gd name="connsiteX2" fmla="*/ 0 w 16199"/>
                  <a:gd name="connsiteY2" fmla="*/ 76734 h 84834"/>
                  <a:gd name="connsiteX3" fmla="*/ 8100 w 16199"/>
                  <a:gd name="connsiteY3" fmla="*/ 84834 h 84834"/>
                  <a:gd name="connsiteX4" fmla="*/ 16200 w 16199"/>
                  <a:gd name="connsiteY4" fmla="*/ 76734 h 84834"/>
                  <a:gd name="connsiteX5" fmla="*/ 16200 w 16199"/>
                  <a:gd name="connsiteY5" fmla="*/ 8100 h 84834"/>
                  <a:gd name="connsiteX6" fmla="*/ 8100 w 16199"/>
                  <a:gd name="connsiteY6" fmla="*/ 0 h 8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9" h="84834">
                    <a:moveTo>
                      <a:pt x="8100" y="0"/>
                    </a:moveTo>
                    <a:cubicBezTo>
                      <a:pt x="3623" y="0"/>
                      <a:pt x="0" y="3629"/>
                      <a:pt x="0" y="8100"/>
                    </a:cubicBezTo>
                    <a:lnTo>
                      <a:pt x="0" y="76734"/>
                    </a:lnTo>
                    <a:cubicBezTo>
                      <a:pt x="0" y="81205"/>
                      <a:pt x="3623" y="84834"/>
                      <a:pt x="8100" y="84834"/>
                    </a:cubicBezTo>
                    <a:cubicBezTo>
                      <a:pt x="12577" y="84834"/>
                      <a:pt x="16200" y="81205"/>
                      <a:pt x="16200" y="76734"/>
                    </a:cubicBezTo>
                    <a:lnTo>
                      <a:pt x="16200" y="8100"/>
                    </a:lnTo>
                    <a:cubicBezTo>
                      <a:pt x="16200" y="3629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5" name="Freeform: Shape 43">
                <a:extLst>
                  <a:ext uri="{FF2B5EF4-FFF2-40B4-BE49-F238E27FC236}">
                    <a16:creationId xmlns:a16="http://schemas.microsoft.com/office/drawing/2014/main" id="{77C7599F-76B8-454A-93AB-B4E692EF741F}"/>
                  </a:ext>
                </a:extLst>
              </p:cNvPr>
              <p:cNvSpPr/>
              <p:nvPr/>
            </p:nvSpPr>
            <p:spPr>
              <a:xfrm>
                <a:off x="2258368" y="1623620"/>
                <a:ext cx="16200" cy="111007"/>
              </a:xfrm>
              <a:custGeom>
                <a:avLst/>
                <a:gdLst>
                  <a:gd name="connsiteX0" fmla="*/ 8100 w 16200"/>
                  <a:gd name="connsiteY0" fmla="*/ 0 h 111007"/>
                  <a:gd name="connsiteX1" fmla="*/ 0 w 16200"/>
                  <a:gd name="connsiteY1" fmla="*/ 8100 h 111007"/>
                  <a:gd name="connsiteX2" fmla="*/ 0 w 16200"/>
                  <a:gd name="connsiteY2" fmla="*/ 102908 h 111007"/>
                  <a:gd name="connsiteX3" fmla="*/ 8100 w 16200"/>
                  <a:gd name="connsiteY3" fmla="*/ 111008 h 111007"/>
                  <a:gd name="connsiteX4" fmla="*/ 16200 w 16200"/>
                  <a:gd name="connsiteY4" fmla="*/ 102908 h 111007"/>
                  <a:gd name="connsiteX5" fmla="*/ 16200 w 16200"/>
                  <a:gd name="connsiteY5" fmla="*/ 8100 h 111007"/>
                  <a:gd name="connsiteX6" fmla="*/ 8100 w 16200"/>
                  <a:gd name="connsiteY6" fmla="*/ 0 h 111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11007">
                    <a:moveTo>
                      <a:pt x="8100" y="0"/>
                    </a:moveTo>
                    <a:cubicBezTo>
                      <a:pt x="3623" y="0"/>
                      <a:pt x="0" y="3629"/>
                      <a:pt x="0" y="8100"/>
                    </a:cubicBezTo>
                    <a:lnTo>
                      <a:pt x="0" y="102908"/>
                    </a:lnTo>
                    <a:cubicBezTo>
                      <a:pt x="0" y="107379"/>
                      <a:pt x="3623" y="111008"/>
                      <a:pt x="8100" y="111008"/>
                    </a:cubicBezTo>
                    <a:cubicBezTo>
                      <a:pt x="12577" y="111008"/>
                      <a:pt x="16200" y="107379"/>
                      <a:pt x="16200" y="102908"/>
                    </a:cubicBezTo>
                    <a:lnTo>
                      <a:pt x="16200" y="8100"/>
                    </a:lnTo>
                    <a:cubicBezTo>
                      <a:pt x="16200" y="3629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6" name="Freeform: Shape 44">
                <a:extLst>
                  <a:ext uri="{FF2B5EF4-FFF2-40B4-BE49-F238E27FC236}">
                    <a16:creationId xmlns:a16="http://schemas.microsoft.com/office/drawing/2014/main" id="{22A065C8-7D8F-432C-A0C6-CCF750E077E5}"/>
                  </a:ext>
                </a:extLst>
              </p:cNvPr>
              <p:cNvSpPr/>
              <p:nvPr/>
            </p:nvSpPr>
            <p:spPr>
              <a:xfrm>
                <a:off x="2318324" y="1599121"/>
                <a:ext cx="16200" cy="135502"/>
              </a:xfrm>
              <a:custGeom>
                <a:avLst/>
                <a:gdLst>
                  <a:gd name="connsiteX0" fmla="*/ 8100 w 16200"/>
                  <a:gd name="connsiteY0" fmla="*/ 0 h 135502"/>
                  <a:gd name="connsiteX1" fmla="*/ 0 w 16200"/>
                  <a:gd name="connsiteY1" fmla="*/ 8100 h 135502"/>
                  <a:gd name="connsiteX2" fmla="*/ 0 w 16200"/>
                  <a:gd name="connsiteY2" fmla="*/ 127402 h 135502"/>
                  <a:gd name="connsiteX3" fmla="*/ 8100 w 16200"/>
                  <a:gd name="connsiteY3" fmla="*/ 135502 h 135502"/>
                  <a:gd name="connsiteX4" fmla="*/ 16200 w 16200"/>
                  <a:gd name="connsiteY4" fmla="*/ 127402 h 135502"/>
                  <a:gd name="connsiteX5" fmla="*/ 16200 w 16200"/>
                  <a:gd name="connsiteY5" fmla="*/ 8100 h 135502"/>
                  <a:gd name="connsiteX6" fmla="*/ 8100 w 16200"/>
                  <a:gd name="connsiteY6" fmla="*/ 0 h 135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35502">
                    <a:moveTo>
                      <a:pt x="8100" y="0"/>
                    </a:moveTo>
                    <a:cubicBezTo>
                      <a:pt x="3629" y="0"/>
                      <a:pt x="0" y="3623"/>
                      <a:pt x="0" y="8100"/>
                    </a:cubicBezTo>
                    <a:lnTo>
                      <a:pt x="0" y="127402"/>
                    </a:lnTo>
                    <a:cubicBezTo>
                      <a:pt x="0" y="131873"/>
                      <a:pt x="3629" y="135502"/>
                      <a:pt x="8100" y="135502"/>
                    </a:cubicBezTo>
                    <a:cubicBezTo>
                      <a:pt x="12571" y="135502"/>
                      <a:pt x="16200" y="131873"/>
                      <a:pt x="16200" y="127402"/>
                    </a:cubicBezTo>
                    <a:lnTo>
                      <a:pt x="16200" y="8100"/>
                    </a:lnTo>
                    <a:cubicBezTo>
                      <a:pt x="16200" y="3623"/>
                      <a:pt x="12571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7" name="Freeform: Shape 45">
                <a:extLst>
                  <a:ext uri="{FF2B5EF4-FFF2-40B4-BE49-F238E27FC236}">
                    <a16:creationId xmlns:a16="http://schemas.microsoft.com/office/drawing/2014/main" id="{A3ABA4FB-C9B3-4F06-8D06-AC34101DF4DC}"/>
                  </a:ext>
                </a:extLst>
              </p:cNvPr>
              <p:cNvSpPr/>
              <p:nvPr/>
            </p:nvSpPr>
            <p:spPr>
              <a:xfrm>
                <a:off x="2380997" y="1571133"/>
                <a:ext cx="16200" cy="163490"/>
              </a:xfrm>
              <a:custGeom>
                <a:avLst/>
                <a:gdLst>
                  <a:gd name="connsiteX0" fmla="*/ 8100 w 16200"/>
                  <a:gd name="connsiteY0" fmla="*/ 0 h 163490"/>
                  <a:gd name="connsiteX1" fmla="*/ 0 w 16200"/>
                  <a:gd name="connsiteY1" fmla="*/ 8100 h 163490"/>
                  <a:gd name="connsiteX2" fmla="*/ 0 w 16200"/>
                  <a:gd name="connsiteY2" fmla="*/ 155390 h 163490"/>
                  <a:gd name="connsiteX3" fmla="*/ 8100 w 16200"/>
                  <a:gd name="connsiteY3" fmla="*/ 163490 h 163490"/>
                  <a:gd name="connsiteX4" fmla="*/ 16200 w 16200"/>
                  <a:gd name="connsiteY4" fmla="*/ 155390 h 163490"/>
                  <a:gd name="connsiteX5" fmla="*/ 16200 w 16200"/>
                  <a:gd name="connsiteY5" fmla="*/ 8100 h 163490"/>
                  <a:gd name="connsiteX6" fmla="*/ 8100 w 16200"/>
                  <a:gd name="connsiteY6" fmla="*/ 0 h 163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00" h="163490">
                    <a:moveTo>
                      <a:pt x="8100" y="0"/>
                    </a:moveTo>
                    <a:cubicBezTo>
                      <a:pt x="3629" y="0"/>
                      <a:pt x="0" y="3623"/>
                      <a:pt x="0" y="8100"/>
                    </a:cubicBezTo>
                    <a:lnTo>
                      <a:pt x="0" y="155390"/>
                    </a:lnTo>
                    <a:cubicBezTo>
                      <a:pt x="0" y="159862"/>
                      <a:pt x="3629" y="163490"/>
                      <a:pt x="8100" y="163490"/>
                    </a:cubicBezTo>
                    <a:cubicBezTo>
                      <a:pt x="12571" y="163490"/>
                      <a:pt x="16200" y="159862"/>
                      <a:pt x="16200" y="155390"/>
                    </a:cubicBezTo>
                    <a:lnTo>
                      <a:pt x="16200" y="8100"/>
                    </a:lnTo>
                    <a:cubicBezTo>
                      <a:pt x="16200" y="3623"/>
                      <a:pt x="12577" y="0"/>
                      <a:pt x="810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A884806-6A34-4F2B-B4C0-778E5FA6ED42}"/>
              </a:ext>
            </a:extLst>
          </p:cNvPr>
          <p:cNvGrpSpPr/>
          <p:nvPr/>
        </p:nvGrpSpPr>
        <p:grpSpPr>
          <a:xfrm>
            <a:off x="8067288" y="4047796"/>
            <a:ext cx="3040587" cy="2297442"/>
            <a:chOff x="8067288" y="4047796"/>
            <a:chExt cx="3040587" cy="2297442"/>
          </a:xfrm>
        </p:grpSpPr>
        <p:sp>
          <p:nvSpPr>
            <p:cNvPr id="97" name="Rectangle 35">
              <a:extLst>
                <a:ext uri="{FF2B5EF4-FFF2-40B4-BE49-F238E27FC236}">
                  <a16:creationId xmlns:a16="http://schemas.microsoft.com/office/drawing/2014/main" id="{5AC031AC-D1B4-474A-90E0-264B1B6CB108}"/>
                </a:ext>
              </a:extLst>
            </p:cNvPr>
            <p:cNvSpPr/>
            <p:nvPr/>
          </p:nvSpPr>
          <p:spPr>
            <a:xfrm>
              <a:off x="8067288" y="4047796"/>
              <a:ext cx="3040587" cy="2297442"/>
            </a:xfrm>
            <a:prstGeom prst="roundRect">
              <a:avLst>
                <a:gd name="adj" fmla="val 2351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1442" rIns="72000" bIns="71442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endParaRPr lang="ru-RU" sz="900">
                <a:solidFill>
                  <a:srgbClr val="C31632"/>
                </a:solidFill>
                <a:latin typeface="Montserrat SemiBold"/>
                <a:cs typeface="Inter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063137D-80E0-4C29-862E-ADB821E38AE6}"/>
                </a:ext>
              </a:extLst>
            </p:cNvPr>
            <p:cNvSpPr txBox="1"/>
            <p:nvPr/>
          </p:nvSpPr>
          <p:spPr>
            <a:xfrm>
              <a:off x="8374606" y="4975129"/>
              <a:ext cx="242595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−25%</a:t>
              </a:r>
              <a:endParaRPr lang="ru-RU" sz="3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E0F50CD-6B18-4083-B797-58DDBD3EB3E1}"/>
                </a:ext>
              </a:extLst>
            </p:cNvPr>
            <p:cNvSpPr txBox="1"/>
            <p:nvPr/>
          </p:nvSpPr>
          <p:spPr>
            <a:xfrm>
              <a:off x="8374606" y="5458761"/>
              <a:ext cx="242595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времени на проверку заданий</a:t>
              </a:r>
              <a:endParaRPr lang="ru-RU" sz="1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108" name="Group 130">
              <a:extLst>
                <a:ext uri="{FF2B5EF4-FFF2-40B4-BE49-F238E27FC236}">
                  <a16:creationId xmlns:a16="http://schemas.microsoft.com/office/drawing/2014/main" id="{617718C5-D02E-4D0A-BEC4-EEC794BA3B10}"/>
                </a:ext>
              </a:extLst>
            </p:cNvPr>
            <p:cNvGrpSpPr/>
            <p:nvPr/>
          </p:nvGrpSpPr>
          <p:grpSpPr>
            <a:xfrm>
              <a:off x="9308716" y="4306213"/>
              <a:ext cx="557730" cy="557730"/>
              <a:chOff x="6078905" y="1387375"/>
              <a:chExt cx="475841" cy="475841"/>
            </a:xfrm>
          </p:grpSpPr>
          <p:sp>
            <p:nvSpPr>
              <p:cNvPr id="118" name="Freeform: Shape 44">
                <a:extLst>
                  <a:ext uri="{FF2B5EF4-FFF2-40B4-BE49-F238E27FC236}">
                    <a16:creationId xmlns:a16="http://schemas.microsoft.com/office/drawing/2014/main" id="{667FEF92-2812-44CF-9B2E-A9A0FAE1D5AA}"/>
                  </a:ext>
                </a:extLst>
              </p:cNvPr>
              <p:cNvSpPr/>
              <p:nvPr/>
            </p:nvSpPr>
            <p:spPr>
              <a:xfrm>
                <a:off x="6078905" y="1387375"/>
                <a:ext cx="475841" cy="475841"/>
              </a:xfrm>
              <a:custGeom>
                <a:avLst/>
                <a:gdLst>
                  <a:gd name="connsiteX0" fmla="*/ 237921 w 475841"/>
                  <a:gd name="connsiteY0" fmla="*/ 0 h 475841"/>
                  <a:gd name="connsiteX1" fmla="*/ 0 w 475841"/>
                  <a:gd name="connsiteY1" fmla="*/ 237921 h 475841"/>
                  <a:gd name="connsiteX2" fmla="*/ 237921 w 475841"/>
                  <a:gd name="connsiteY2" fmla="*/ 475842 h 475841"/>
                  <a:gd name="connsiteX3" fmla="*/ 475842 w 475841"/>
                  <a:gd name="connsiteY3" fmla="*/ 237921 h 475841"/>
                  <a:gd name="connsiteX4" fmla="*/ 237921 w 475841"/>
                  <a:gd name="connsiteY4" fmla="*/ 0 h 475841"/>
                  <a:gd name="connsiteX5" fmla="*/ 237921 w 475841"/>
                  <a:gd name="connsiteY5" fmla="*/ 459802 h 475841"/>
                  <a:gd name="connsiteX6" fmla="*/ 16040 w 475841"/>
                  <a:gd name="connsiteY6" fmla="*/ 237921 h 475841"/>
                  <a:gd name="connsiteX7" fmla="*/ 237921 w 475841"/>
                  <a:gd name="connsiteY7" fmla="*/ 16040 h 475841"/>
                  <a:gd name="connsiteX8" fmla="*/ 459802 w 475841"/>
                  <a:gd name="connsiteY8" fmla="*/ 237921 h 475841"/>
                  <a:gd name="connsiteX9" fmla="*/ 237921 w 475841"/>
                  <a:gd name="connsiteY9" fmla="*/ 459802 h 475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75841" h="475841">
                    <a:moveTo>
                      <a:pt x="237921" y="0"/>
                    </a:moveTo>
                    <a:cubicBezTo>
                      <a:pt x="106521" y="0"/>
                      <a:pt x="0" y="106521"/>
                      <a:pt x="0" y="237921"/>
                    </a:cubicBezTo>
                    <a:cubicBezTo>
                      <a:pt x="0" y="369321"/>
                      <a:pt x="106521" y="475842"/>
                      <a:pt x="237921" y="475842"/>
                    </a:cubicBezTo>
                    <a:cubicBezTo>
                      <a:pt x="369321" y="475842"/>
                      <a:pt x="475842" y="369321"/>
                      <a:pt x="475842" y="237921"/>
                    </a:cubicBezTo>
                    <a:cubicBezTo>
                      <a:pt x="475694" y="106582"/>
                      <a:pt x="369260" y="147"/>
                      <a:pt x="237921" y="0"/>
                    </a:cubicBezTo>
                    <a:close/>
                    <a:moveTo>
                      <a:pt x="237921" y="459802"/>
                    </a:moveTo>
                    <a:cubicBezTo>
                      <a:pt x="115379" y="459802"/>
                      <a:pt x="16040" y="360462"/>
                      <a:pt x="16040" y="237921"/>
                    </a:cubicBezTo>
                    <a:cubicBezTo>
                      <a:pt x="16040" y="115379"/>
                      <a:pt x="115379" y="16040"/>
                      <a:pt x="237921" y="16040"/>
                    </a:cubicBezTo>
                    <a:cubicBezTo>
                      <a:pt x="360462" y="16040"/>
                      <a:pt x="459802" y="115379"/>
                      <a:pt x="459802" y="237921"/>
                    </a:cubicBezTo>
                    <a:cubicBezTo>
                      <a:pt x="459655" y="360401"/>
                      <a:pt x="360401" y="459655"/>
                      <a:pt x="237921" y="459802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119" name="Freeform: Shape 45">
                <a:extLst>
                  <a:ext uri="{FF2B5EF4-FFF2-40B4-BE49-F238E27FC236}">
                    <a16:creationId xmlns:a16="http://schemas.microsoft.com/office/drawing/2014/main" id="{08B00CE4-8F5C-417F-B112-107CD7D40B51}"/>
                  </a:ext>
                </a:extLst>
              </p:cNvPr>
              <p:cNvSpPr/>
              <p:nvPr/>
            </p:nvSpPr>
            <p:spPr>
              <a:xfrm>
                <a:off x="6308806" y="1419454"/>
                <a:ext cx="16039" cy="48118"/>
              </a:xfrm>
              <a:custGeom>
                <a:avLst/>
                <a:gdLst>
                  <a:gd name="connsiteX0" fmla="*/ 8020 w 16039"/>
                  <a:gd name="connsiteY0" fmla="*/ 0 h 48118"/>
                  <a:gd name="connsiteX1" fmla="*/ 0 w 16039"/>
                  <a:gd name="connsiteY1" fmla="*/ 8020 h 48118"/>
                  <a:gd name="connsiteX2" fmla="*/ 0 w 16039"/>
                  <a:gd name="connsiteY2" fmla="*/ 40099 h 48118"/>
                  <a:gd name="connsiteX3" fmla="*/ 8020 w 16039"/>
                  <a:gd name="connsiteY3" fmla="*/ 48119 h 48118"/>
                  <a:gd name="connsiteX4" fmla="*/ 16040 w 16039"/>
                  <a:gd name="connsiteY4" fmla="*/ 40099 h 48118"/>
                  <a:gd name="connsiteX5" fmla="*/ 16040 w 16039"/>
                  <a:gd name="connsiteY5" fmla="*/ 8020 h 48118"/>
                  <a:gd name="connsiteX6" fmla="*/ 8020 w 16039"/>
                  <a:gd name="connsiteY6" fmla="*/ 0 h 4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39" h="48118">
                    <a:moveTo>
                      <a:pt x="8020" y="0"/>
                    </a:moveTo>
                    <a:cubicBezTo>
                      <a:pt x="3591" y="0"/>
                      <a:pt x="0" y="3591"/>
                      <a:pt x="0" y="8020"/>
                    </a:cubicBezTo>
                    <a:lnTo>
                      <a:pt x="0" y="40099"/>
                    </a:lnTo>
                    <a:cubicBezTo>
                      <a:pt x="0" y="44528"/>
                      <a:pt x="3591" y="48119"/>
                      <a:pt x="8020" y="48119"/>
                    </a:cubicBezTo>
                    <a:cubicBezTo>
                      <a:pt x="12449" y="48119"/>
                      <a:pt x="16040" y="44528"/>
                      <a:pt x="16040" y="40099"/>
                    </a:cubicBezTo>
                    <a:lnTo>
                      <a:pt x="16040" y="8020"/>
                    </a:lnTo>
                    <a:cubicBezTo>
                      <a:pt x="16040" y="3591"/>
                      <a:pt x="12449" y="0"/>
                      <a:pt x="802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0" name="Freeform: Shape 46">
                <a:extLst>
                  <a:ext uri="{FF2B5EF4-FFF2-40B4-BE49-F238E27FC236}">
                    <a16:creationId xmlns:a16="http://schemas.microsoft.com/office/drawing/2014/main" id="{18B6D1D7-EDA8-4B04-87A8-B485FF0EA829}"/>
                  </a:ext>
                </a:extLst>
              </p:cNvPr>
              <p:cNvSpPr/>
              <p:nvPr/>
            </p:nvSpPr>
            <p:spPr>
              <a:xfrm>
                <a:off x="6308806" y="1783018"/>
                <a:ext cx="16039" cy="48118"/>
              </a:xfrm>
              <a:custGeom>
                <a:avLst/>
                <a:gdLst>
                  <a:gd name="connsiteX0" fmla="*/ 8020 w 16039"/>
                  <a:gd name="connsiteY0" fmla="*/ 0 h 48118"/>
                  <a:gd name="connsiteX1" fmla="*/ 0 w 16039"/>
                  <a:gd name="connsiteY1" fmla="*/ 8020 h 48118"/>
                  <a:gd name="connsiteX2" fmla="*/ 0 w 16039"/>
                  <a:gd name="connsiteY2" fmla="*/ 40099 h 48118"/>
                  <a:gd name="connsiteX3" fmla="*/ 8020 w 16039"/>
                  <a:gd name="connsiteY3" fmla="*/ 48119 h 48118"/>
                  <a:gd name="connsiteX4" fmla="*/ 16040 w 16039"/>
                  <a:gd name="connsiteY4" fmla="*/ 40099 h 48118"/>
                  <a:gd name="connsiteX5" fmla="*/ 16040 w 16039"/>
                  <a:gd name="connsiteY5" fmla="*/ 8020 h 48118"/>
                  <a:gd name="connsiteX6" fmla="*/ 8020 w 16039"/>
                  <a:gd name="connsiteY6" fmla="*/ 0 h 4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39" h="48118">
                    <a:moveTo>
                      <a:pt x="8020" y="0"/>
                    </a:moveTo>
                    <a:cubicBezTo>
                      <a:pt x="3591" y="0"/>
                      <a:pt x="0" y="3591"/>
                      <a:pt x="0" y="8020"/>
                    </a:cubicBezTo>
                    <a:lnTo>
                      <a:pt x="0" y="40099"/>
                    </a:lnTo>
                    <a:cubicBezTo>
                      <a:pt x="0" y="44528"/>
                      <a:pt x="3591" y="48119"/>
                      <a:pt x="8020" y="48119"/>
                    </a:cubicBezTo>
                    <a:cubicBezTo>
                      <a:pt x="12449" y="48119"/>
                      <a:pt x="16040" y="44528"/>
                      <a:pt x="16040" y="40099"/>
                    </a:cubicBezTo>
                    <a:lnTo>
                      <a:pt x="16040" y="8020"/>
                    </a:lnTo>
                    <a:cubicBezTo>
                      <a:pt x="16040" y="3591"/>
                      <a:pt x="12449" y="0"/>
                      <a:pt x="802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1" name="Freeform: Shape 47">
                <a:extLst>
                  <a:ext uri="{FF2B5EF4-FFF2-40B4-BE49-F238E27FC236}">
                    <a16:creationId xmlns:a16="http://schemas.microsoft.com/office/drawing/2014/main" id="{554CAFA4-49D1-4625-81F7-EEBD051688B9}"/>
                  </a:ext>
                </a:extLst>
              </p:cNvPr>
              <p:cNvSpPr/>
              <p:nvPr/>
            </p:nvSpPr>
            <p:spPr>
              <a:xfrm>
                <a:off x="6474548" y="1617276"/>
                <a:ext cx="48118" cy="16039"/>
              </a:xfrm>
              <a:custGeom>
                <a:avLst/>
                <a:gdLst>
                  <a:gd name="connsiteX0" fmla="*/ 40099 w 48118"/>
                  <a:gd name="connsiteY0" fmla="*/ 0 h 16039"/>
                  <a:gd name="connsiteX1" fmla="*/ 8020 w 48118"/>
                  <a:gd name="connsiteY1" fmla="*/ 0 h 16039"/>
                  <a:gd name="connsiteX2" fmla="*/ 0 w 48118"/>
                  <a:gd name="connsiteY2" fmla="*/ 8020 h 16039"/>
                  <a:gd name="connsiteX3" fmla="*/ 8020 w 48118"/>
                  <a:gd name="connsiteY3" fmla="*/ 16040 h 16039"/>
                  <a:gd name="connsiteX4" fmla="*/ 40099 w 48118"/>
                  <a:gd name="connsiteY4" fmla="*/ 16040 h 16039"/>
                  <a:gd name="connsiteX5" fmla="*/ 48119 w 48118"/>
                  <a:gd name="connsiteY5" fmla="*/ 8020 h 16039"/>
                  <a:gd name="connsiteX6" fmla="*/ 40099 w 48118"/>
                  <a:gd name="connsiteY6" fmla="*/ 0 h 16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18" h="16039">
                    <a:moveTo>
                      <a:pt x="40099" y="0"/>
                    </a:moveTo>
                    <a:lnTo>
                      <a:pt x="8020" y="0"/>
                    </a:lnTo>
                    <a:cubicBezTo>
                      <a:pt x="3591" y="0"/>
                      <a:pt x="0" y="3591"/>
                      <a:pt x="0" y="8020"/>
                    </a:cubicBezTo>
                    <a:cubicBezTo>
                      <a:pt x="0" y="12449"/>
                      <a:pt x="3591" y="16040"/>
                      <a:pt x="8020" y="16040"/>
                    </a:cubicBezTo>
                    <a:lnTo>
                      <a:pt x="40099" y="16040"/>
                    </a:lnTo>
                    <a:cubicBezTo>
                      <a:pt x="44528" y="16040"/>
                      <a:pt x="48119" y="12449"/>
                      <a:pt x="48119" y="8020"/>
                    </a:cubicBezTo>
                    <a:cubicBezTo>
                      <a:pt x="48119" y="3591"/>
                      <a:pt x="44528" y="0"/>
                      <a:pt x="40099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2" name="Freeform: Shape 48">
                <a:extLst>
                  <a:ext uri="{FF2B5EF4-FFF2-40B4-BE49-F238E27FC236}">
                    <a16:creationId xmlns:a16="http://schemas.microsoft.com/office/drawing/2014/main" id="{B0D87019-992F-460A-BDB2-72BE1A228F1D}"/>
                  </a:ext>
                </a:extLst>
              </p:cNvPr>
              <p:cNvSpPr/>
              <p:nvPr/>
            </p:nvSpPr>
            <p:spPr>
              <a:xfrm>
                <a:off x="6110984" y="1617276"/>
                <a:ext cx="48118" cy="16039"/>
              </a:xfrm>
              <a:custGeom>
                <a:avLst/>
                <a:gdLst>
                  <a:gd name="connsiteX0" fmla="*/ 40099 w 48118"/>
                  <a:gd name="connsiteY0" fmla="*/ 0 h 16039"/>
                  <a:gd name="connsiteX1" fmla="*/ 8020 w 48118"/>
                  <a:gd name="connsiteY1" fmla="*/ 0 h 16039"/>
                  <a:gd name="connsiteX2" fmla="*/ 0 w 48118"/>
                  <a:gd name="connsiteY2" fmla="*/ 8020 h 16039"/>
                  <a:gd name="connsiteX3" fmla="*/ 8020 w 48118"/>
                  <a:gd name="connsiteY3" fmla="*/ 16040 h 16039"/>
                  <a:gd name="connsiteX4" fmla="*/ 40099 w 48118"/>
                  <a:gd name="connsiteY4" fmla="*/ 16040 h 16039"/>
                  <a:gd name="connsiteX5" fmla="*/ 48119 w 48118"/>
                  <a:gd name="connsiteY5" fmla="*/ 8020 h 16039"/>
                  <a:gd name="connsiteX6" fmla="*/ 40099 w 48118"/>
                  <a:gd name="connsiteY6" fmla="*/ 0 h 16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18" h="16039">
                    <a:moveTo>
                      <a:pt x="40099" y="0"/>
                    </a:moveTo>
                    <a:lnTo>
                      <a:pt x="8020" y="0"/>
                    </a:lnTo>
                    <a:cubicBezTo>
                      <a:pt x="3591" y="0"/>
                      <a:pt x="0" y="3591"/>
                      <a:pt x="0" y="8020"/>
                    </a:cubicBezTo>
                    <a:cubicBezTo>
                      <a:pt x="0" y="12449"/>
                      <a:pt x="3591" y="16040"/>
                      <a:pt x="8020" y="16040"/>
                    </a:cubicBezTo>
                    <a:lnTo>
                      <a:pt x="40099" y="16040"/>
                    </a:lnTo>
                    <a:cubicBezTo>
                      <a:pt x="44528" y="16040"/>
                      <a:pt x="48119" y="12449"/>
                      <a:pt x="48119" y="8020"/>
                    </a:cubicBezTo>
                    <a:cubicBezTo>
                      <a:pt x="48119" y="3591"/>
                      <a:pt x="44528" y="0"/>
                      <a:pt x="40099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3" name="Freeform: Shape 49">
                <a:extLst>
                  <a:ext uri="{FF2B5EF4-FFF2-40B4-BE49-F238E27FC236}">
                    <a16:creationId xmlns:a16="http://schemas.microsoft.com/office/drawing/2014/main" id="{C439683C-FA6F-49B8-BC6B-BD30297E1DD1}"/>
                  </a:ext>
                </a:extLst>
              </p:cNvPr>
              <p:cNvSpPr/>
              <p:nvPr/>
            </p:nvSpPr>
            <p:spPr>
              <a:xfrm>
                <a:off x="6308806" y="1499652"/>
                <a:ext cx="16039" cy="139009"/>
              </a:xfrm>
              <a:custGeom>
                <a:avLst/>
                <a:gdLst>
                  <a:gd name="connsiteX0" fmla="*/ 8020 w 16039"/>
                  <a:gd name="connsiteY0" fmla="*/ 0 h 139009"/>
                  <a:gd name="connsiteX1" fmla="*/ 0 w 16039"/>
                  <a:gd name="connsiteY1" fmla="*/ 8020 h 139009"/>
                  <a:gd name="connsiteX2" fmla="*/ 0 w 16039"/>
                  <a:gd name="connsiteY2" fmla="*/ 130990 h 139009"/>
                  <a:gd name="connsiteX3" fmla="*/ 8020 w 16039"/>
                  <a:gd name="connsiteY3" fmla="*/ 139010 h 139009"/>
                  <a:gd name="connsiteX4" fmla="*/ 16040 w 16039"/>
                  <a:gd name="connsiteY4" fmla="*/ 130990 h 139009"/>
                  <a:gd name="connsiteX5" fmla="*/ 16040 w 16039"/>
                  <a:gd name="connsiteY5" fmla="*/ 8020 h 139009"/>
                  <a:gd name="connsiteX6" fmla="*/ 8020 w 16039"/>
                  <a:gd name="connsiteY6" fmla="*/ 0 h 13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39" h="139009">
                    <a:moveTo>
                      <a:pt x="8020" y="0"/>
                    </a:moveTo>
                    <a:cubicBezTo>
                      <a:pt x="3591" y="0"/>
                      <a:pt x="0" y="3591"/>
                      <a:pt x="0" y="8020"/>
                    </a:cubicBezTo>
                    <a:lnTo>
                      <a:pt x="0" y="130990"/>
                    </a:lnTo>
                    <a:cubicBezTo>
                      <a:pt x="0" y="135419"/>
                      <a:pt x="3591" y="139010"/>
                      <a:pt x="8020" y="139010"/>
                    </a:cubicBezTo>
                    <a:cubicBezTo>
                      <a:pt x="12449" y="139010"/>
                      <a:pt x="16040" y="135419"/>
                      <a:pt x="16040" y="130990"/>
                    </a:cubicBezTo>
                    <a:lnTo>
                      <a:pt x="16040" y="8020"/>
                    </a:lnTo>
                    <a:cubicBezTo>
                      <a:pt x="16040" y="3591"/>
                      <a:pt x="12449" y="0"/>
                      <a:pt x="8020" y="0"/>
                    </a:cubicBezTo>
                    <a:close/>
                  </a:path>
                </a:pathLst>
              </a:custGeom>
              <a:solidFill>
                <a:srgbClr val="C31632"/>
              </a:solidFill>
              <a:ln w="5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E5B96C5-FC2C-4B85-8CFA-BB401755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Динамика и вовлечённость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40DF58-B8CA-4159-ACE2-65D7525EE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A8A74-8566-41AB-BE36-77E5736D8C67}" type="slidenum">
              <a:rPr lang="ru-RU" smtClean="0"/>
              <a:pPr/>
              <a:t>6</a:t>
            </a:fld>
            <a:endParaRPr lang="ru-RU" sz="1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9BC72-EB9A-4F88-B6A7-19C4D47E6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FC2237-F007-488E-8B2D-7EEF24C3D349}"/>
              </a:ext>
            </a:extLst>
          </p:cNvPr>
          <p:cNvGrpSpPr/>
          <p:nvPr/>
        </p:nvGrpSpPr>
        <p:grpSpPr>
          <a:xfrm>
            <a:off x="6435723" y="1292662"/>
            <a:ext cx="4659246" cy="2639258"/>
            <a:chOff x="6435723" y="1292662"/>
            <a:chExt cx="4659246" cy="263925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8A95C17-87B5-4331-94A4-8E5949AE55B7}"/>
                </a:ext>
              </a:extLst>
            </p:cNvPr>
            <p:cNvGrpSpPr/>
            <p:nvPr/>
          </p:nvGrpSpPr>
          <p:grpSpPr>
            <a:xfrm>
              <a:off x="6435725" y="1292662"/>
              <a:ext cx="4659244" cy="2639258"/>
              <a:chOff x="6435725" y="1292662"/>
              <a:chExt cx="4659244" cy="2639258"/>
            </a:xfrm>
          </p:grpSpPr>
          <p:sp>
            <p:nvSpPr>
              <p:cNvPr id="6" name="Rounded Rectangle 76">
                <a:extLst>
                  <a:ext uri="{FF2B5EF4-FFF2-40B4-BE49-F238E27FC236}">
                    <a16:creationId xmlns:a16="http://schemas.microsoft.com/office/drawing/2014/main" id="{7992526E-5099-4DEB-AF23-7EDDED92486B}"/>
                  </a:ext>
                </a:extLst>
              </p:cNvPr>
              <p:cNvSpPr/>
              <p:nvPr/>
            </p:nvSpPr>
            <p:spPr>
              <a:xfrm>
                <a:off x="6435725" y="1292662"/>
                <a:ext cx="4659244" cy="2639258"/>
              </a:xfrm>
              <a:prstGeom prst="roundRect">
                <a:avLst>
                  <a:gd name="adj" fmla="val 1502"/>
                </a:avLst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1442" rtlCol="0" anchor="t" anchorCtr="0">
                <a:noAutofit/>
              </a:bodyPr>
              <a:lstStyle/>
              <a:p>
                <a:pPr algn="ctr">
                  <a:spcAft>
                    <a:spcPts val="200"/>
                  </a:spcAft>
                </a:pPr>
                <a:endParaRPr lang="ru-RU" sz="1200" dirty="0">
                  <a:solidFill>
                    <a:schemeClr val="accent1"/>
                  </a:solidFill>
                  <a:latin typeface="+mj-lt"/>
                  <a:cs typeface="Inter" pitchFamily="34" charset="0"/>
                  <a:sym typeface="+mn-lt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7988AFE-CED6-4609-A3F4-EC14C2C5EC65}"/>
                  </a:ext>
                </a:extLst>
              </p:cNvPr>
              <p:cNvGrpSpPr/>
              <p:nvPr/>
            </p:nvGrpSpPr>
            <p:grpSpPr>
              <a:xfrm>
                <a:off x="6435725" y="1292662"/>
                <a:ext cx="4659242" cy="565965"/>
                <a:chOff x="6435725" y="1292662"/>
                <a:chExt cx="4659242" cy="565965"/>
              </a:xfrm>
            </p:grpSpPr>
            <p:sp>
              <p:nvSpPr>
                <p:cNvPr id="9" name="Rounded Rectangle 76">
                  <a:extLst>
                    <a:ext uri="{FF2B5EF4-FFF2-40B4-BE49-F238E27FC236}">
                      <a16:creationId xmlns:a16="http://schemas.microsoft.com/office/drawing/2014/main" id="{F38AD1DB-3536-4303-9A9B-B7C92951BDB0}"/>
                    </a:ext>
                  </a:extLst>
                </p:cNvPr>
                <p:cNvSpPr/>
                <p:nvPr/>
              </p:nvSpPr>
              <p:spPr>
                <a:xfrm>
                  <a:off x="6435725" y="1292662"/>
                  <a:ext cx="4659242" cy="565965"/>
                </a:xfrm>
                <a:prstGeom prst="roundRect">
                  <a:avLst>
                    <a:gd name="adj" fmla="val 6951"/>
                  </a:avLst>
                </a:prstGeom>
                <a:solidFill>
                  <a:schemeClr val="bg2"/>
                </a:solidFill>
                <a:ln w="9525" cap="flat" cmpd="sng" algn="ctr">
                  <a:solidFill>
                    <a:schemeClr val="tx2">
                      <a:lumMod val="40000"/>
                      <a:lumOff val="6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12000" tIns="0" rIns="72000" bIns="0" rtlCol="0" anchor="ctr" anchorCtr="0">
                  <a:noAutofit/>
                </a:bodyPr>
                <a:lstStyle/>
                <a:p>
                  <a:pPr>
                    <a:buSzPct val="100000"/>
                  </a:pPr>
                  <a:r>
                    <a:rPr lang="en-US" sz="1200" dirty="0">
                      <a:solidFill>
                        <a:schemeClr val="bg1"/>
                      </a:solidFill>
                      <a:latin typeface="+mj-lt"/>
                    </a:rPr>
                    <a:t>Структура активности, %</a:t>
                  </a:r>
                </a:p>
              </p:txBody>
            </p:sp>
            <p:pic>
              <p:nvPicPr>
                <p:cNvPr id="11" name="Graphic 8">
                  <a:extLst>
                    <a:ext uri="{FF2B5EF4-FFF2-40B4-BE49-F238E27FC236}">
                      <a16:creationId xmlns:a16="http://schemas.microsoft.com/office/drawing/2014/main" id="{FE29ED59-D4B1-4B3F-A403-51026D365E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stretch/>
              </p:blipFill>
              <p:spPr>
                <a:xfrm>
                  <a:off x="6611171" y="1427729"/>
                  <a:ext cx="295832" cy="295831"/>
                </a:xfrm>
                <a:prstGeom prst="rect">
                  <a:avLst/>
                </a:prstGeom>
              </p:spPr>
            </p:pic>
          </p:grpSp>
        </p:grpSp>
        <p:graphicFrame>
          <p:nvGraphicFramePr>
            <p:cNvPr id="42" name="Диаграмма 2">
              <a:extLst>
                <a:ext uri="{FF2B5EF4-FFF2-40B4-BE49-F238E27FC236}">
                  <a16:creationId xmlns:a16="http://schemas.microsoft.com/office/drawing/2014/main" id="{9C04B6BD-E103-4C4F-92D8-46090087BBD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03221760"/>
                </p:ext>
              </p:extLst>
            </p:nvPr>
          </p:nvGraphicFramePr>
          <p:xfrm>
            <a:off x="6435723" y="1857087"/>
            <a:ext cx="4659242" cy="2071738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AA789C-8235-4500-90E7-E0A3F8A3A7C6}"/>
              </a:ext>
            </a:extLst>
          </p:cNvPr>
          <p:cNvGrpSpPr/>
          <p:nvPr/>
        </p:nvGrpSpPr>
        <p:grpSpPr>
          <a:xfrm>
            <a:off x="1092200" y="1292662"/>
            <a:ext cx="4659244" cy="2639258"/>
            <a:chOff x="1092200" y="1292662"/>
            <a:chExt cx="4659244" cy="26392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B4D1A9-6875-4EF8-A715-200195DDD964}"/>
                </a:ext>
              </a:extLst>
            </p:cNvPr>
            <p:cNvGrpSpPr/>
            <p:nvPr/>
          </p:nvGrpSpPr>
          <p:grpSpPr>
            <a:xfrm>
              <a:off x="1092200" y="1292662"/>
              <a:ext cx="4659244" cy="2639258"/>
              <a:chOff x="1092200" y="1292662"/>
              <a:chExt cx="4659244" cy="2639258"/>
            </a:xfrm>
          </p:grpSpPr>
          <p:sp>
            <p:nvSpPr>
              <p:cNvPr id="5" name="Rounded Rectangle 76">
                <a:extLst>
                  <a:ext uri="{FF2B5EF4-FFF2-40B4-BE49-F238E27FC236}">
                    <a16:creationId xmlns:a16="http://schemas.microsoft.com/office/drawing/2014/main" id="{65D18CDE-DBBA-4C0E-B02C-04E99E0EA7DB}"/>
                  </a:ext>
                </a:extLst>
              </p:cNvPr>
              <p:cNvSpPr/>
              <p:nvPr/>
            </p:nvSpPr>
            <p:spPr>
              <a:xfrm>
                <a:off x="1092200" y="1292662"/>
                <a:ext cx="4659244" cy="2639258"/>
              </a:xfrm>
              <a:prstGeom prst="roundRect">
                <a:avLst>
                  <a:gd name="adj" fmla="val 1502"/>
                </a:avLst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1442" rtlCol="0" anchor="t" anchorCtr="0">
                <a:noAutofit/>
              </a:bodyPr>
              <a:lstStyle/>
              <a:p>
                <a:pPr algn="ctr">
                  <a:spcAft>
                    <a:spcPts val="200"/>
                  </a:spcAft>
                </a:pPr>
                <a:endParaRPr lang="ru-RU" sz="1200" dirty="0">
                  <a:solidFill>
                    <a:schemeClr val="accent1"/>
                  </a:solidFill>
                  <a:latin typeface="+mj-lt"/>
                  <a:cs typeface="Inter" pitchFamily="34" charset="0"/>
                  <a:sym typeface="+mn-lt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3A625F6-6A80-408C-BE00-4D13BE03C321}"/>
                  </a:ext>
                </a:extLst>
              </p:cNvPr>
              <p:cNvGrpSpPr/>
              <p:nvPr/>
            </p:nvGrpSpPr>
            <p:grpSpPr>
              <a:xfrm>
                <a:off x="1092200" y="1292662"/>
                <a:ext cx="4659242" cy="565965"/>
                <a:chOff x="1092200" y="1292662"/>
                <a:chExt cx="4659242" cy="565965"/>
              </a:xfrm>
            </p:grpSpPr>
            <p:sp>
              <p:nvSpPr>
                <p:cNvPr id="8" name="Rounded Rectangle 76">
                  <a:extLst>
                    <a:ext uri="{FF2B5EF4-FFF2-40B4-BE49-F238E27FC236}">
                      <a16:creationId xmlns:a16="http://schemas.microsoft.com/office/drawing/2014/main" id="{350B9EEA-4A67-4AE2-AE81-FE3B60913A7B}"/>
                    </a:ext>
                  </a:extLst>
                </p:cNvPr>
                <p:cNvSpPr/>
                <p:nvPr/>
              </p:nvSpPr>
              <p:spPr>
                <a:xfrm>
                  <a:off x="1092200" y="1292662"/>
                  <a:ext cx="4659242" cy="565965"/>
                </a:xfrm>
                <a:prstGeom prst="roundRect">
                  <a:avLst>
                    <a:gd name="adj" fmla="val 6951"/>
                  </a:avLst>
                </a:prstGeom>
                <a:solidFill>
                  <a:schemeClr val="accent1"/>
                </a:solidFill>
                <a:ln w="9525" cap="flat" cmpd="sng" algn="ctr">
                  <a:solidFill>
                    <a:schemeClr val="tx2">
                      <a:lumMod val="40000"/>
                      <a:lumOff val="6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12000" tIns="0" rIns="72000" bIns="0" rtlCol="0" anchor="ctr" anchorCtr="0">
                  <a:noAutofit/>
                </a:bodyPr>
                <a:lstStyle/>
                <a:p>
                  <a:pPr>
                    <a:buSzPct val="100000"/>
                  </a:pPr>
                  <a:r>
                    <a:rPr lang="en-US" sz="1200" dirty="0">
                      <a:solidFill>
                        <a:schemeClr val="bg1"/>
                      </a:solidFill>
                      <a:latin typeface="+mj-lt"/>
                    </a:rPr>
                    <a:t>Активные пользователи, тыс.</a:t>
                  </a:r>
                </a:p>
              </p:txBody>
            </p:sp>
            <p:pic>
              <p:nvPicPr>
                <p:cNvPr id="10" name="Graphic 8">
                  <a:extLst>
                    <a:ext uri="{FF2B5EF4-FFF2-40B4-BE49-F238E27FC236}">
                      <a16:creationId xmlns:a16="http://schemas.microsoft.com/office/drawing/2014/main" id="{C7FE7FD2-2A94-4345-B673-63BBAE71F2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1214120" y="1427729"/>
                  <a:ext cx="295832" cy="295831"/>
                </a:xfrm>
                <a:prstGeom prst="rect">
                  <a:avLst/>
                </a:prstGeom>
              </p:spPr>
            </p:pic>
          </p:grpSp>
        </p:grpSp>
        <p:graphicFrame>
          <p:nvGraphicFramePr>
            <p:cNvPr id="52" name="Диаграмма 3">
              <a:extLst>
                <a:ext uri="{FF2B5EF4-FFF2-40B4-BE49-F238E27FC236}">
                  <a16:creationId xmlns:a16="http://schemas.microsoft.com/office/drawing/2014/main" id="{C85E7225-E4DA-403B-89DC-5D16874CB20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78524230"/>
                </p:ext>
              </p:extLst>
            </p:nvPr>
          </p:nvGraphicFramePr>
          <p:xfrm>
            <a:off x="1092201" y="1857087"/>
            <a:ext cx="4659242" cy="2071738"/>
          </p:xfrm>
          <a:graphic>
            <a:graphicData uri="http://schemas.openxmlformats.org/drawingml/2006/chart">
              <c:chart xmlns:c="http://schemas.openxmlformats.org/drawingml/2006/chart" r:id="rId5"/>
            </a:graphicData>
          </a:graphic>
        </p:graphicFrame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8F929B92-2A38-473B-964B-3E9AF36F12D5}"/>
              </a:ext>
            </a:extLst>
          </p:cNvPr>
          <p:cNvGrpSpPr/>
          <p:nvPr/>
        </p:nvGrpSpPr>
        <p:grpSpPr>
          <a:xfrm>
            <a:off x="1092200" y="4319179"/>
            <a:ext cx="10007600" cy="1881768"/>
            <a:chOff x="1092200" y="4319179"/>
            <a:chExt cx="10007600" cy="1881768"/>
          </a:xfrm>
        </p:grpSpPr>
        <p:sp>
          <p:nvSpPr>
            <p:cNvPr id="13" name="Rounded Rectangle 76">
              <a:extLst>
                <a:ext uri="{FF2B5EF4-FFF2-40B4-BE49-F238E27FC236}">
                  <a16:creationId xmlns:a16="http://schemas.microsoft.com/office/drawing/2014/main" id="{B0B6CFDF-93EE-49E9-B8D5-A2F5312C2481}"/>
                </a:ext>
              </a:extLst>
            </p:cNvPr>
            <p:cNvSpPr/>
            <p:nvPr/>
          </p:nvSpPr>
          <p:spPr>
            <a:xfrm>
              <a:off x="1092200" y="4319179"/>
              <a:ext cx="10007600" cy="1881768"/>
            </a:xfrm>
            <a:prstGeom prst="roundRect">
              <a:avLst>
                <a:gd name="adj" fmla="val 1502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  <a:buClr>
                  <a:schemeClr val="accent1"/>
                </a:buClr>
              </a:pPr>
              <a:endParaRPr lang="ru-RU" sz="1600" dirty="0">
                <a:solidFill>
                  <a:schemeClr val="bg2"/>
                </a:solidFill>
                <a:sym typeface="+mn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93DB20-5D84-4624-893F-D1787AC9AC84}"/>
                </a:ext>
              </a:extLst>
            </p:cNvPr>
            <p:cNvSpPr txBox="1"/>
            <p:nvPr/>
          </p:nvSpPr>
          <p:spPr>
            <a:xfrm>
              <a:off x="1328738" y="5323964"/>
              <a:ext cx="940022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Число активных студентов выросло в </a:t>
              </a:r>
              <a:r>
                <a:rPr lang="en-US" sz="1200" dirty="0" b="1">
                  <a:solidFill>
                    <a:schemeClr val="bg2">
                      <a:lumMod val="75000"/>
                    </a:schemeClr>
                  </a:solidFill>
                </a:rPr>
                <a:t>2,4 раза</a:t>
              </a:r>
              <a:r>
                <a:rPr lang="en-US" sz="1200" dirty="0">
                  <a:solidFill>
                    <a:schemeClr val="bg2">
                      <a:lumMod val="75000"/>
                    </a:schemeClr>
                  </a:solidFill>
                </a:rPr>
                <a:t> за четыре месяца; доля заданий и обсуждений растёт — платформа используется не только как хранилище материалов.</a:t>
              </a:r>
              <a:endParaRPr lang="ru-RU" sz="12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7637FA05-BC0C-455C-86EF-514B76246C30}"/>
                </a:ext>
              </a:extLst>
            </p:cNvPr>
            <p:cNvGrpSpPr/>
            <p:nvPr/>
          </p:nvGrpSpPr>
          <p:grpSpPr>
            <a:xfrm>
              <a:off x="1246754" y="4632707"/>
              <a:ext cx="4128521" cy="557730"/>
              <a:chOff x="1910965" y="7214236"/>
              <a:chExt cx="4128521" cy="557730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5DA0F25-3018-4095-A964-AC1D1668C022}"/>
                  </a:ext>
                </a:extLst>
              </p:cNvPr>
              <p:cNvSpPr txBox="1"/>
              <p:nvPr/>
            </p:nvSpPr>
            <p:spPr>
              <a:xfrm>
                <a:off x="2581412" y="7385379"/>
                <a:ext cx="345807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accent6"/>
                    </a:solidFill>
                    <a:latin typeface="+mj-lt"/>
                  </a:rPr>
                  <a:t>Вывод</a:t>
                </a:r>
                <a:endParaRPr lang="ru-RU" sz="1600" dirty="0">
                  <a:solidFill>
                    <a:schemeClr val="accent6"/>
                  </a:solidFill>
                  <a:latin typeface="+mj-lt"/>
                </a:endParaRPr>
              </a:p>
            </p:txBody>
          </p:sp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65CDDB35-4EE8-4137-BABD-1B2ED80ED483}"/>
                  </a:ext>
                </a:extLst>
              </p:cNvPr>
              <p:cNvGrpSpPr/>
              <p:nvPr/>
            </p:nvGrpSpPr>
            <p:grpSpPr>
              <a:xfrm>
                <a:off x="1910965" y="7214236"/>
                <a:ext cx="557734" cy="557730"/>
                <a:chOff x="2682260" y="-188421"/>
                <a:chExt cx="557734" cy="557730"/>
              </a:xfrm>
            </p:grpSpPr>
            <p:sp>
              <p:nvSpPr>
                <p:cNvPr id="40" name="Oval 20">
                  <a:extLst>
                    <a:ext uri="{FF2B5EF4-FFF2-40B4-BE49-F238E27FC236}">
                      <a16:creationId xmlns:a16="http://schemas.microsoft.com/office/drawing/2014/main" id="{B7419FF7-6C62-478A-8990-5CFE3091FC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82260" y="-188421"/>
                  <a:ext cx="557734" cy="557730"/>
                </a:xfrm>
                <a:prstGeom prst="ellipse">
                  <a:avLst/>
                </a:prstGeom>
                <a:noFill/>
                <a:ln w="38100">
                  <a:solidFill>
                    <a:schemeClr val="tx2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900" dirty="0">
                    <a:solidFill>
                      <a:schemeClr val="lt1"/>
                    </a:solidFill>
                    <a:latin typeface="+mj-lt"/>
                  </a:endParaRPr>
                </a:p>
              </p:txBody>
            </p:sp>
            <p:sp>
              <p:nvSpPr>
                <p:cNvPr id="41" name="Рисунок 4">
                  <a:extLst>
                    <a:ext uri="{FF2B5EF4-FFF2-40B4-BE49-F238E27FC236}">
                      <a16:creationId xmlns:a16="http://schemas.microsoft.com/office/drawing/2014/main" id="{293A81B6-5F42-46EA-BC95-CF4DB6A3FEE2}"/>
                    </a:ext>
                  </a:extLst>
                </p:cNvPr>
                <p:cNvSpPr/>
                <p:nvPr/>
              </p:nvSpPr>
              <p:spPr>
                <a:xfrm>
                  <a:off x="2806233" y="-67864"/>
                  <a:ext cx="313200" cy="313200"/>
                </a:xfrm>
                <a:custGeom>
                  <a:avLst/>
                  <a:gdLst>
                    <a:gd name="connsiteX0" fmla="*/ 433384 w 876301"/>
                    <a:gd name="connsiteY0" fmla="*/ 257172 h 876301"/>
                    <a:gd name="connsiteX1" fmla="*/ 257171 w 876301"/>
                    <a:gd name="connsiteY1" fmla="*/ 433385 h 876301"/>
                    <a:gd name="connsiteX2" fmla="*/ 433384 w 876301"/>
                    <a:gd name="connsiteY2" fmla="*/ 609597 h 876301"/>
                    <a:gd name="connsiteX3" fmla="*/ 609596 w 876301"/>
                    <a:gd name="connsiteY3" fmla="*/ 433385 h 876301"/>
                    <a:gd name="connsiteX4" fmla="*/ 433384 w 876301"/>
                    <a:gd name="connsiteY4" fmla="*/ 257172 h 876301"/>
                    <a:gd name="connsiteX5" fmla="*/ 433384 w 876301"/>
                    <a:gd name="connsiteY5" fmla="*/ 581022 h 876301"/>
                    <a:gd name="connsiteX6" fmla="*/ 285746 w 876301"/>
                    <a:gd name="connsiteY6" fmla="*/ 433385 h 876301"/>
                    <a:gd name="connsiteX7" fmla="*/ 433384 w 876301"/>
                    <a:gd name="connsiteY7" fmla="*/ 285747 h 876301"/>
                    <a:gd name="connsiteX8" fmla="*/ 581021 w 876301"/>
                    <a:gd name="connsiteY8" fmla="*/ 433385 h 876301"/>
                    <a:gd name="connsiteX9" fmla="*/ 433384 w 876301"/>
                    <a:gd name="connsiteY9" fmla="*/ 581022 h 876301"/>
                    <a:gd name="connsiteX10" fmla="*/ 864104 w 876301"/>
                    <a:gd name="connsiteY10" fmla="*/ 361947 h 876301"/>
                    <a:gd name="connsiteX11" fmla="*/ 749804 w 876301"/>
                    <a:gd name="connsiteY11" fmla="*/ 344707 h 876301"/>
                    <a:gd name="connsiteX12" fmla="*/ 724563 w 876301"/>
                    <a:gd name="connsiteY12" fmla="*/ 283461 h 876301"/>
                    <a:gd name="connsiteX13" fmla="*/ 792857 w 876301"/>
                    <a:gd name="connsiteY13" fmla="*/ 190783 h 876301"/>
                    <a:gd name="connsiteX14" fmla="*/ 791524 w 876301"/>
                    <a:gd name="connsiteY14" fmla="*/ 171733 h 876301"/>
                    <a:gd name="connsiteX15" fmla="*/ 703703 w 876301"/>
                    <a:gd name="connsiteY15" fmla="*/ 84008 h 876301"/>
                    <a:gd name="connsiteX16" fmla="*/ 684653 w 876301"/>
                    <a:gd name="connsiteY16" fmla="*/ 82579 h 876301"/>
                    <a:gd name="connsiteX17" fmla="*/ 592261 w 876301"/>
                    <a:gd name="connsiteY17" fmla="*/ 150683 h 876301"/>
                    <a:gd name="connsiteX18" fmla="*/ 530634 w 876301"/>
                    <a:gd name="connsiteY18" fmla="*/ 125061 h 876301"/>
                    <a:gd name="connsiteX19" fmla="*/ 514346 w 876301"/>
                    <a:gd name="connsiteY19" fmla="*/ 12189 h 876301"/>
                    <a:gd name="connsiteX20" fmla="*/ 500059 w 876301"/>
                    <a:gd name="connsiteY20" fmla="*/ -3 h 876301"/>
                    <a:gd name="connsiteX21" fmla="*/ 376234 w 876301"/>
                    <a:gd name="connsiteY21" fmla="*/ -3 h 876301"/>
                    <a:gd name="connsiteX22" fmla="*/ 361946 w 876301"/>
                    <a:gd name="connsiteY22" fmla="*/ 12189 h 876301"/>
                    <a:gd name="connsiteX23" fmla="*/ 344801 w 876301"/>
                    <a:gd name="connsiteY23" fmla="*/ 125537 h 876301"/>
                    <a:gd name="connsiteX24" fmla="*/ 283270 w 876301"/>
                    <a:gd name="connsiteY24" fmla="*/ 151159 h 876301"/>
                    <a:gd name="connsiteX25" fmla="*/ 190782 w 876301"/>
                    <a:gd name="connsiteY25" fmla="*/ 83055 h 876301"/>
                    <a:gd name="connsiteX26" fmla="*/ 171732 w 876301"/>
                    <a:gd name="connsiteY26" fmla="*/ 84484 h 876301"/>
                    <a:gd name="connsiteX27" fmla="*/ 84007 w 876301"/>
                    <a:gd name="connsiteY27" fmla="*/ 172209 h 876301"/>
                    <a:gd name="connsiteX28" fmla="*/ 82578 w 876301"/>
                    <a:gd name="connsiteY28" fmla="*/ 191259 h 876301"/>
                    <a:gd name="connsiteX29" fmla="*/ 150968 w 876301"/>
                    <a:gd name="connsiteY29" fmla="*/ 283938 h 876301"/>
                    <a:gd name="connsiteX30" fmla="*/ 125631 w 876301"/>
                    <a:gd name="connsiteY30" fmla="*/ 345183 h 876301"/>
                    <a:gd name="connsiteX31" fmla="*/ 11331 w 876301"/>
                    <a:gd name="connsiteY31" fmla="*/ 362424 h 876301"/>
                    <a:gd name="connsiteX32" fmla="*/ -4 w 876301"/>
                    <a:gd name="connsiteY32" fmla="*/ 376235 h 876301"/>
                    <a:gd name="connsiteX33" fmla="*/ -4 w 876301"/>
                    <a:gd name="connsiteY33" fmla="*/ 500060 h 876301"/>
                    <a:gd name="connsiteX34" fmla="*/ 12188 w 876301"/>
                    <a:gd name="connsiteY34" fmla="*/ 514347 h 876301"/>
                    <a:gd name="connsiteX35" fmla="*/ 126488 w 876301"/>
                    <a:gd name="connsiteY35" fmla="*/ 531683 h 876301"/>
                    <a:gd name="connsiteX36" fmla="*/ 151730 w 876301"/>
                    <a:gd name="connsiteY36" fmla="*/ 592071 h 876301"/>
                    <a:gd name="connsiteX37" fmla="*/ 82864 w 876301"/>
                    <a:gd name="connsiteY37" fmla="*/ 685512 h 876301"/>
                    <a:gd name="connsiteX38" fmla="*/ 84293 w 876301"/>
                    <a:gd name="connsiteY38" fmla="*/ 704562 h 876301"/>
                    <a:gd name="connsiteX39" fmla="*/ 172018 w 876301"/>
                    <a:gd name="connsiteY39" fmla="*/ 792287 h 876301"/>
                    <a:gd name="connsiteX40" fmla="*/ 191068 w 876301"/>
                    <a:gd name="connsiteY40" fmla="*/ 793716 h 876301"/>
                    <a:gd name="connsiteX41" fmla="*/ 284794 w 876301"/>
                    <a:gd name="connsiteY41" fmla="*/ 724659 h 876301"/>
                    <a:gd name="connsiteX42" fmla="*/ 344801 w 876301"/>
                    <a:gd name="connsiteY42" fmla="*/ 749424 h 876301"/>
                    <a:gd name="connsiteX43" fmla="*/ 361946 w 876301"/>
                    <a:gd name="connsiteY43" fmla="*/ 864105 h 876301"/>
                    <a:gd name="connsiteX44" fmla="*/ 376234 w 876301"/>
                    <a:gd name="connsiteY44" fmla="*/ 876297 h 876301"/>
                    <a:gd name="connsiteX45" fmla="*/ 500059 w 876301"/>
                    <a:gd name="connsiteY45" fmla="*/ 876297 h 876301"/>
                    <a:gd name="connsiteX46" fmla="*/ 514156 w 876301"/>
                    <a:gd name="connsiteY46" fmla="*/ 864105 h 876301"/>
                    <a:gd name="connsiteX47" fmla="*/ 531587 w 876301"/>
                    <a:gd name="connsiteY47" fmla="*/ 748948 h 876301"/>
                    <a:gd name="connsiteX48" fmla="*/ 591594 w 876301"/>
                    <a:gd name="connsiteY48" fmla="*/ 724183 h 876301"/>
                    <a:gd name="connsiteX49" fmla="*/ 685320 w 876301"/>
                    <a:gd name="connsiteY49" fmla="*/ 793239 h 876301"/>
                    <a:gd name="connsiteX50" fmla="*/ 704370 w 876301"/>
                    <a:gd name="connsiteY50" fmla="*/ 791811 h 876301"/>
                    <a:gd name="connsiteX51" fmla="*/ 792095 w 876301"/>
                    <a:gd name="connsiteY51" fmla="*/ 704085 h 876301"/>
                    <a:gd name="connsiteX52" fmla="*/ 793524 w 876301"/>
                    <a:gd name="connsiteY52" fmla="*/ 685035 h 876301"/>
                    <a:gd name="connsiteX53" fmla="*/ 724658 w 876301"/>
                    <a:gd name="connsiteY53" fmla="*/ 591595 h 876301"/>
                    <a:gd name="connsiteX54" fmla="*/ 749900 w 876301"/>
                    <a:gd name="connsiteY54" fmla="*/ 531207 h 876301"/>
                    <a:gd name="connsiteX55" fmla="*/ 864200 w 876301"/>
                    <a:gd name="connsiteY55" fmla="*/ 513871 h 876301"/>
                    <a:gd name="connsiteX56" fmla="*/ 876296 w 876301"/>
                    <a:gd name="connsiteY56" fmla="*/ 500060 h 876301"/>
                    <a:gd name="connsiteX57" fmla="*/ 876296 w 876301"/>
                    <a:gd name="connsiteY57" fmla="*/ 376235 h 876301"/>
                    <a:gd name="connsiteX58" fmla="*/ 864104 w 876301"/>
                    <a:gd name="connsiteY58" fmla="*/ 361947 h 876301"/>
                    <a:gd name="connsiteX59" fmla="*/ 847721 w 876301"/>
                    <a:gd name="connsiteY59" fmla="*/ 487963 h 876301"/>
                    <a:gd name="connsiteX60" fmla="*/ 736279 w 876301"/>
                    <a:gd name="connsiteY60" fmla="*/ 504822 h 876301"/>
                    <a:gd name="connsiteX61" fmla="*/ 724563 w 876301"/>
                    <a:gd name="connsiteY61" fmla="*/ 515205 h 876301"/>
                    <a:gd name="connsiteX62" fmla="*/ 695036 w 876301"/>
                    <a:gd name="connsiteY62" fmla="*/ 585785 h 876301"/>
                    <a:gd name="connsiteX63" fmla="*/ 695893 w 876301"/>
                    <a:gd name="connsiteY63" fmla="*/ 601406 h 876301"/>
                    <a:gd name="connsiteX64" fmla="*/ 762568 w 876301"/>
                    <a:gd name="connsiteY64" fmla="*/ 692370 h 876301"/>
                    <a:gd name="connsiteX65" fmla="*/ 692559 w 876301"/>
                    <a:gd name="connsiteY65" fmla="*/ 762950 h 876301"/>
                    <a:gd name="connsiteX66" fmla="*/ 601310 w 876301"/>
                    <a:gd name="connsiteY66" fmla="*/ 695703 h 876301"/>
                    <a:gd name="connsiteX67" fmla="*/ 585784 w 876301"/>
                    <a:gd name="connsiteY67" fmla="*/ 694846 h 876301"/>
                    <a:gd name="connsiteX68" fmla="*/ 515394 w 876301"/>
                    <a:gd name="connsiteY68" fmla="*/ 723993 h 876301"/>
                    <a:gd name="connsiteX69" fmla="*/ 504917 w 876301"/>
                    <a:gd name="connsiteY69" fmla="*/ 735613 h 876301"/>
                    <a:gd name="connsiteX70" fmla="*/ 487867 w 876301"/>
                    <a:gd name="connsiteY70" fmla="*/ 847722 h 876301"/>
                    <a:gd name="connsiteX71" fmla="*/ 388331 w 876301"/>
                    <a:gd name="connsiteY71" fmla="*/ 847722 h 876301"/>
                    <a:gd name="connsiteX72" fmla="*/ 371376 w 876301"/>
                    <a:gd name="connsiteY72" fmla="*/ 735613 h 876301"/>
                    <a:gd name="connsiteX73" fmla="*/ 360994 w 876301"/>
                    <a:gd name="connsiteY73" fmla="*/ 723993 h 876301"/>
                    <a:gd name="connsiteX74" fmla="*/ 290509 w 876301"/>
                    <a:gd name="connsiteY74" fmla="*/ 694846 h 876301"/>
                    <a:gd name="connsiteX75" fmla="*/ 274983 w 876301"/>
                    <a:gd name="connsiteY75" fmla="*/ 695703 h 876301"/>
                    <a:gd name="connsiteX76" fmla="*/ 183734 w 876301"/>
                    <a:gd name="connsiteY76" fmla="*/ 762950 h 876301"/>
                    <a:gd name="connsiteX77" fmla="*/ 113344 w 876301"/>
                    <a:gd name="connsiteY77" fmla="*/ 692560 h 876301"/>
                    <a:gd name="connsiteX78" fmla="*/ 180019 w 876301"/>
                    <a:gd name="connsiteY78" fmla="*/ 601596 h 876301"/>
                    <a:gd name="connsiteX79" fmla="*/ 181257 w 876301"/>
                    <a:gd name="connsiteY79" fmla="*/ 585785 h 876301"/>
                    <a:gd name="connsiteX80" fmla="*/ 151634 w 876301"/>
                    <a:gd name="connsiteY80" fmla="*/ 515014 h 876301"/>
                    <a:gd name="connsiteX81" fmla="*/ 140014 w 876301"/>
                    <a:gd name="connsiteY81" fmla="*/ 504822 h 876301"/>
                    <a:gd name="connsiteX82" fmla="*/ 28571 w 876301"/>
                    <a:gd name="connsiteY82" fmla="*/ 487963 h 876301"/>
                    <a:gd name="connsiteX83" fmla="*/ 28571 w 876301"/>
                    <a:gd name="connsiteY83" fmla="*/ 388332 h 876301"/>
                    <a:gd name="connsiteX84" fmla="*/ 139538 w 876301"/>
                    <a:gd name="connsiteY84" fmla="*/ 371568 h 876301"/>
                    <a:gd name="connsiteX85" fmla="*/ 151158 w 876301"/>
                    <a:gd name="connsiteY85" fmla="*/ 361090 h 876301"/>
                    <a:gd name="connsiteX86" fmla="*/ 180686 w 876301"/>
                    <a:gd name="connsiteY86" fmla="*/ 289557 h 876301"/>
                    <a:gd name="connsiteX87" fmla="*/ 179828 w 876301"/>
                    <a:gd name="connsiteY87" fmla="*/ 273936 h 876301"/>
                    <a:gd name="connsiteX88" fmla="*/ 113153 w 876301"/>
                    <a:gd name="connsiteY88" fmla="*/ 183735 h 876301"/>
                    <a:gd name="connsiteX89" fmla="*/ 183543 w 876301"/>
                    <a:gd name="connsiteY89" fmla="*/ 113345 h 876301"/>
                    <a:gd name="connsiteX90" fmla="*/ 273459 w 876301"/>
                    <a:gd name="connsiteY90" fmla="*/ 180020 h 876301"/>
                    <a:gd name="connsiteX91" fmla="*/ 289175 w 876301"/>
                    <a:gd name="connsiteY91" fmla="*/ 180877 h 876301"/>
                    <a:gd name="connsiteX92" fmla="*/ 361089 w 876301"/>
                    <a:gd name="connsiteY92" fmla="*/ 150969 h 876301"/>
                    <a:gd name="connsiteX93" fmla="*/ 371471 w 876301"/>
                    <a:gd name="connsiteY93" fmla="*/ 139253 h 876301"/>
                    <a:gd name="connsiteX94" fmla="*/ 388331 w 876301"/>
                    <a:gd name="connsiteY94" fmla="*/ 28572 h 876301"/>
                    <a:gd name="connsiteX95" fmla="*/ 487867 w 876301"/>
                    <a:gd name="connsiteY95" fmla="*/ 28572 h 876301"/>
                    <a:gd name="connsiteX96" fmla="*/ 504631 w 876301"/>
                    <a:gd name="connsiteY96" fmla="*/ 138872 h 876301"/>
                    <a:gd name="connsiteX97" fmla="*/ 515013 w 876301"/>
                    <a:gd name="connsiteY97" fmla="*/ 150588 h 876301"/>
                    <a:gd name="connsiteX98" fmla="*/ 586927 w 876301"/>
                    <a:gd name="connsiteY98" fmla="*/ 180496 h 876301"/>
                    <a:gd name="connsiteX99" fmla="*/ 602643 w 876301"/>
                    <a:gd name="connsiteY99" fmla="*/ 179639 h 876301"/>
                    <a:gd name="connsiteX100" fmla="*/ 692559 w 876301"/>
                    <a:gd name="connsiteY100" fmla="*/ 112964 h 876301"/>
                    <a:gd name="connsiteX101" fmla="*/ 762949 w 876301"/>
                    <a:gd name="connsiteY101" fmla="*/ 183354 h 876301"/>
                    <a:gd name="connsiteX102" fmla="*/ 696274 w 876301"/>
                    <a:gd name="connsiteY102" fmla="*/ 273555 h 876301"/>
                    <a:gd name="connsiteX103" fmla="*/ 695321 w 876301"/>
                    <a:gd name="connsiteY103" fmla="*/ 289176 h 876301"/>
                    <a:gd name="connsiteX104" fmla="*/ 724849 w 876301"/>
                    <a:gd name="connsiteY104" fmla="*/ 360709 h 876301"/>
                    <a:gd name="connsiteX105" fmla="*/ 736565 w 876301"/>
                    <a:gd name="connsiteY105" fmla="*/ 371187 h 876301"/>
                    <a:gd name="connsiteX106" fmla="*/ 847721 w 876301"/>
                    <a:gd name="connsiteY106" fmla="*/ 388332 h 876301"/>
                    <a:gd name="connsiteX107" fmla="*/ 847721 w 876301"/>
                    <a:gd name="connsiteY107" fmla="*/ 487963 h 876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</a:cxnLst>
                  <a:rect l="l" t="t" r="r" b="b"/>
                  <a:pathLst>
                    <a:path w="876301" h="876301">
                      <a:moveTo>
                        <a:pt x="433384" y="257172"/>
                      </a:moveTo>
                      <a:cubicBezTo>
                        <a:pt x="336064" y="257172"/>
                        <a:pt x="257171" y="336065"/>
                        <a:pt x="257171" y="433385"/>
                      </a:cubicBezTo>
                      <a:cubicBezTo>
                        <a:pt x="257171" y="530705"/>
                        <a:pt x="336064" y="609597"/>
                        <a:pt x="433384" y="609597"/>
                      </a:cubicBezTo>
                      <a:cubicBezTo>
                        <a:pt x="530704" y="609597"/>
                        <a:pt x="609596" y="530705"/>
                        <a:pt x="609596" y="433385"/>
                      </a:cubicBezTo>
                      <a:cubicBezTo>
                        <a:pt x="609492" y="336109"/>
                        <a:pt x="530660" y="257277"/>
                        <a:pt x="433384" y="257172"/>
                      </a:cubicBezTo>
                      <a:close/>
                      <a:moveTo>
                        <a:pt x="433384" y="581022"/>
                      </a:moveTo>
                      <a:cubicBezTo>
                        <a:pt x="351846" y="581022"/>
                        <a:pt x="285746" y="514923"/>
                        <a:pt x="285746" y="433385"/>
                      </a:cubicBezTo>
                      <a:cubicBezTo>
                        <a:pt x="285746" y="351847"/>
                        <a:pt x="351846" y="285747"/>
                        <a:pt x="433384" y="285747"/>
                      </a:cubicBezTo>
                      <a:cubicBezTo>
                        <a:pt x="514922" y="285747"/>
                        <a:pt x="581021" y="351847"/>
                        <a:pt x="581021" y="433385"/>
                      </a:cubicBezTo>
                      <a:cubicBezTo>
                        <a:pt x="580969" y="514901"/>
                        <a:pt x="514900" y="580970"/>
                        <a:pt x="433384" y="581022"/>
                      </a:cubicBezTo>
                      <a:close/>
                      <a:moveTo>
                        <a:pt x="864104" y="361947"/>
                      </a:moveTo>
                      <a:lnTo>
                        <a:pt x="749804" y="344707"/>
                      </a:lnTo>
                      <a:cubicBezTo>
                        <a:pt x="743472" y="323495"/>
                        <a:pt x="735016" y="302975"/>
                        <a:pt x="724563" y="283461"/>
                      </a:cubicBezTo>
                      <a:lnTo>
                        <a:pt x="792857" y="190783"/>
                      </a:lnTo>
                      <a:cubicBezTo>
                        <a:pt x="797345" y="185025"/>
                        <a:pt x="796770" y="176810"/>
                        <a:pt x="791524" y="171733"/>
                      </a:cubicBezTo>
                      <a:lnTo>
                        <a:pt x="703703" y="84008"/>
                      </a:lnTo>
                      <a:cubicBezTo>
                        <a:pt x="698672" y="78689"/>
                        <a:pt x="690422" y="78071"/>
                        <a:pt x="684653" y="82579"/>
                      </a:cubicBezTo>
                      <a:lnTo>
                        <a:pt x="592261" y="150683"/>
                      </a:lnTo>
                      <a:cubicBezTo>
                        <a:pt x="572660" y="140034"/>
                        <a:pt x="552007" y="131447"/>
                        <a:pt x="530634" y="125061"/>
                      </a:cubicBezTo>
                      <a:lnTo>
                        <a:pt x="514346" y="12189"/>
                      </a:lnTo>
                      <a:cubicBezTo>
                        <a:pt x="513300" y="5126"/>
                        <a:pt x="507199" y="-80"/>
                        <a:pt x="500059" y="-3"/>
                      </a:cubicBezTo>
                      <a:lnTo>
                        <a:pt x="376234" y="-3"/>
                      </a:lnTo>
                      <a:cubicBezTo>
                        <a:pt x="369094" y="-80"/>
                        <a:pt x="362993" y="5126"/>
                        <a:pt x="361946" y="12189"/>
                      </a:cubicBezTo>
                      <a:lnTo>
                        <a:pt x="344801" y="125537"/>
                      </a:lnTo>
                      <a:cubicBezTo>
                        <a:pt x="323464" y="131939"/>
                        <a:pt x="302845" y="140524"/>
                        <a:pt x="283270" y="151159"/>
                      </a:cubicBezTo>
                      <a:lnTo>
                        <a:pt x="190782" y="83055"/>
                      </a:lnTo>
                      <a:cubicBezTo>
                        <a:pt x="185014" y="78547"/>
                        <a:pt x="176763" y="79165"/>
                        <a:pt x="171732" y="84484"/>
                      </a:cubicBezTo>
                      <a:lnTo>
                        <a:pt x="84007" y="172209"/>
                      </a:lnTo>
                      <a:cubicBezTo>
                        <a:pt x="78688" y="177240"/>
                        <a:pt x="78070" y="185491"/>
                        <a:pt x="82578" y="191259"/>
                      </a:cubicBezTo>
                      <a:lnTo>
                        <a:pt x="150968" y="283938"/>
                      </a:lnTo>
                      <a:cubicBezTo>
                        <a:pt x="140445" y="303431"/>
                        <a:pt x="131956" y="323954"/>
                        <a:pt x="125631" y="345183"/>
                      </a:cubicBezTo>
                      <a:lnTo>
                        <a:pt x="11331" y="362424"/>
                      </a:lnTo>
                      <a:cubicBezTo>
                        <a:pt x="4785" y="363806"/>
                        <a:pt x="75" y="369545"/>
                        <a:pt x="-4" y="376235"/>
                      </a:cubicBezTo>
                      <a:lnTo>
                        <a:pt x="-4" y="500060"/>
                      </a:lnTo>
                      <a:cubicBezTo>
                        <a:pt x="-81" y="507200"/>
                        <a:pt x="5125" y="513301"/>
                        <a:pt x="12188" y="514347"/>
                      </a:cubicBezTo>
                      <a:lnTo>
                        <a:pt x="126488" y="531683"/>
                      </a:lnTo>
                      <a:cubicBezTo>
                        <a:pt x="132890" y="552595"/>
                        <a:pt x="141345" y="572823"/>
                        <a:pt x="151730" y="592071"/>
                      </a:cubicBezTo>
                      <a:lnTo>
                        <a:pt x="82864" y="685512"/>
                      </a:lnTo>
                      <a:cubicBezTo>
                        <a:pt x="78356" y="691280"/>
                        <a:pt x="78974" y="699531"/>
                        <a:pt x="84293" y="704562"/>
                      </a:cubicBezTo>
                      <a:lnTo>
                        <a:pt x="172018" y="792287"/>
                      </a:lnTo>
                      <a:cubicBezTo>
                        <a:pt x="177049" y="797606"/>
                        <a:pt x="185300" y="798224"/>
                        <a:pt x="191068" y="793716"/>
                      </a:cubicBezTo>
                      <a:lnTo>
                        <a:pt x="284794" y="724659"/>
                      </a:lnTo>
                      <a:cubicBezTo>
                        <a:pt x="303912" y="734912"/>
                        <a:pt x="324017" y="743209"/>
                        <a:pt x="344801" y="749424"/>
                      </a:cubicBezTo>
                      <a:lnTo>
                        <a:pt x="361946" y="864105"/>
                      </a:lnTo>
                      <a:cubicBezTo>
                        <a:pt x="362993" y="871168"/>
                        <a:pt x="369094" y="876375"/>
                        <a:pt x="376234" y="876297"/>
                      </a:cubicBezTo>
                      <a:lnTo>
                        <a:pt x="500059" y="876297"/>
                      </a:lnTo>
                      <a:cubicBezTo>
                        <a:pt x="507126" y="876279"/>
                        <a:pt x="513120" y="871097"/>
                        <a:pt x="514156" y="864105"/>
                      </a:cubicBezTo>
                      <a:lnTo>
                        <a:pt x="531587" y="748948"/>
                      </a:lnTo>
                      <a:cubicBezTo>
                        <a:pt x="552371" y="742733"/>
                        <a:pt x="572476" y="734436"/>
                        <a:pt x="591594" y="724183"/>
                      </a:cubicBezTo>
                      <a:lnTo>
                        <a:pt x="685320" y="793239"/>
                      </a:lnTo>
                      <a:cubicBezTo>
                        <a:pt x="691088" y="797748"/>
                        <a:pt x="699339" y="797129"/>
                        <a:pt x="704370" y="791811"/>
                      </a:cubicBezTo>
                      <a:lnTo>
                        <a:pt x="792095" y="704085"/>
                      </a:lnTo>
                      <a:cubicBezTo>
                        <a:pt x="797414" y="699054"/>
                        <a:pt x="798032" y="690804"/>
                        <a:pt x="793524" y="685035"/>
                      </a:cubicBezTo>
                      <a:lnTo>
                        <a:pt x="724658" y="591595"/>
                      </a:lnTo>
                      <a:cubicBezTo>
                        <a:pt x="735083" y="572366"/>
                        <a:pt x="743539" y="552134"/>
                        <a:pt x="749900" y="531207"/>
                      </a:cubicBezTo>
                      <a:lnTo>
                        <a:pt x="864200" y="513871"/>
                      </a:lnTo>
                      <a:cubicBezTo>
                        <a:pt x="871048" y="512810"/>
                        <a:pt x="876147" y="506988"/>
                        <a:pt x="876296" y="500060"/>
                      </a:cubicBezTo>
                      <a:lnTo>
                        <a:pt x="876296" y="376235"/>
                      </a:lnTo>
                      <a:cubicBezTo>
                        <a:pt x="876374" y="369095"/>
                        <a:pt x="871167" y="362994"/>
                        <a:pt x="864104" y="361947"/>
                      </a:cubicBezTo>
                      <a:close/>
                      <a:moveTo>
                        <a:pt x="847721" y="487963"/>
                      </a:moveTo>
                      <a:lnTo>
                        <a:pt x="736279" y="504822"/>
                      </a:lnTo>
                      <a:cubicBezTo>
                        <a:pt x="730656" y="505645"/>
                        <a:pt x="726057" y="509722"/>
                        <a:pt x="724563" y="515205"/>
                      </a:cubicBezTo>
                      <a:cubicBezTo>
                        <a:pt x="717806" y="539907"/>
                        <a:pt x="707881" y="563630"/>
                        <a:pt x="695036" y="585785"/>
                      </a:cubicBezTo>
                      <a:cubicBezTo>
                        <a:pt x="692192" y="590700"/>
                        <a:pt x="692529" y="596832"/>
                        <a:pt x="695893" y="601406"/>
                      </a:cubicBezTo>
                      <a:lnTo>
                        <a:pt x="762568" y="692370"/>
                      </a:lnTo>
                      <a:lnTo>
                        <a:pt x="692559" y="762950"/>
                      </a:lnTo>
                      <a:lnTo>
                        <a:pt x="601310" y="695703"/>
                      </a:lnTo>
                      <a:cubicBezTo>
                        <a:pt x="596757" y="692380"/>
                        <a:pt x="590675" y="692044"/>
                        <a:pt x="585784" y="694846"/>
                      </a:cubicBezTo>
                      <a:cubicBezTo>
                        <a:pt x="563689" y="707584"/>
                        <a:pt x="540026" y="717382"/>
                        <a:pt x="515394" y="723993"/>
                      </a:cubicBezTo>
                      <a:cubicBezTo>
                        <a:pt x="509889" y="725418"/>
                        <a:pt x="505765" y="729991"/>
                        <a:pt x="504917" y="735613"/>
                      </a:cubicBezTo>
                      <a:lnTo>
                        <a:pt x="487867" y="847722"/>
                      </a:lnTo>
                      <a:lnTo>
                        <a:pt x="388331" y="847722"/>
                      </a:lnTo>
                      <a:lnTo>
                        <a:pt x="371376" y="735613"/>
                      </a:lnTo>
                      <a:cubicBezTo>
                        <a:pt x="370542" y="730016"/>
                        <a:pt x="366462" y="725450"/>
                        <a:pt x="360994" y="723993"/>
                      </a:cubicBezTo>
                      <a:cubicBezTo>
                        <a:pt x="336332" y="717382"/>
                        <a:pt x="312637" y="707585"/>
                        <a:pt x="290509" y="694846"/>
                      </a:cubicBezTo>
                      <a:cubicBezTo>
                        <a:pt x="285623" y="692019"/>
                        <a:pt x="279527" y="692355"/>
                        <a:pt x="274983" y="695703"/>
                      </a:cubicBezTo>
                      <a:lnTo>
                        <a:pt x="183734" y="762950"/>
                      </a:lnTo>
                      <a:lnTo>
                        <a:pt x="113344" y="692560"/>
                      </a:lnTo>
                      <a:lnTo>
                        <a:pt x="180019" y="601596"/>
                      </a:lnTo>
                      <a:cubicBezTo>
                        <a:pt x="183588" y="597060"/>
                        <a:pt x="184077" y="590822"/>
                        <a:pt x="181257" y="585785"/>
                      </a:cubicBezTo>
                      <a:cubicBezTo>
                        <a:pt x="168367" y="563574"/>
                        <a:pt x="158409" y="539785"/>
                        <a:pt x="151634" y="515014"/>
                      </a:cubicBezTo>
                      <a:cubicBezTo>
                        <a:pt x="150134" y="509607"/>
                        <a:pt x="145571" y="505604"/>
                        <a:pt x="140014" y="504822"/>
                      </a:cubicBezTo>
                      <a:lnTo>
                        <a:pt x="28571" y="487963"/>
                      </a:lnTo>
                      <a:lnTo>
                        <a:pt x="28571" y="388332"/>
                      </a:lnTo>
                      <a:lnTo>
                        <a:pt x="139538" y="371568"/>
                      </a:lnTo>
                      <a:cubicBezTo>
                        <a:pt x="145160" y="370719"/>
                        <a:pt x="149733" y="366596"/>
                        <a:pt x="151158" y="361090"/>
                      </a:cubicBezTo>
                      <a:cubicBezTo>
                        <a:pt x="157870" y="336071"/>
                        <a:pt x="167795" y="312027"/>
                        <a:pt x="180686" y="289557"/>
                      </a:cubicBezTo>
                      <a:cubicBezTo>
                        <a:pt x="183529" y="284642"/>
                        <a:pt x="183193" y="278510"/>
                        <a:pt x="179828" y="273936"/>
                      </a:cubicBezTo>
                      <a:lnTo>
                        <a:pt x="113153" y="183735"/>
                      </a:lnTo>
                      <a:lnTo>
                        <a:pt x="183543" y="113345"/>
                      </a:lnTo>
                      <a:lnTo>
                        <a:pt x="273459" y="180020"/>
                      </a:lnTo>
                      <a:cubicBezTo>
                        <a:pt x="278071" y="183377"/>
                        <a:pt x="284225" y="183713"/>
                        <a:pt x="289175" y="180877"/>
                      </a:cubicBezTo>
                      <a:cubicBezTo>
                        <a:pt x="311701" y="167735"/>
                        <a:pt x="335888" y="157676"/>
                        <a:pt x="361089" y="150969"/>
                      </a:cubicBezTo>
                      <a:cubicBezTo>
                        <a:pt x="366545" y="149432"/>
                        <a:pt x="370602" y="144854"/>
                        <a:pt x="371471" y="139253"/>
                      </a:cubicBezTo>
                      <a:lnTo>
                        <a:pt x="388331" y="28572"/>
                      </a:lnTo>
                      <a:lnTo>
                        <a:pt x="487867" y="28572"/>
                      </a:lnTo>
                      <a:lnTo>
                        <a:pt x="504631" y="138872"/>
                      </a:lnTo>
                      <a:cubicBezTo>
                        <a:pt x="505500" y="144473"/>
                        <a:pt x="509557" y="149051"/>
                        <a:pt x="515013" y="150588"/>
                      </a:cubicBezTo>
                      <a:cubicBezTo>
                        <a:pt x="540214" y="157295"/>
                        <a:pt x="564401" y="167354"/>
                        <a:pt x="586927" y="180496"/>
                      </a:cubicBezTo>
                      <a:cubicBezTo>
                        <a:pt x="591877" y="183332"/>
                        <a:pt x="598031" y="182996"/>
                        <a:pt x="602643" y="179639"/>
                      </a:cubicBezTo>
                      <a:lnTo>
                        <a:pt x="692559" y="112964"/>
                      </a:lnTo>
                      <a:lnTo>
                        <a:pt x="762949" y="183354"/>
                      </a:lnTo>
                      <a:lnTo>
                        <a:pt x="696274" y="273555"/>
                      </a:lnTo>
                      <a:cubicBezTo>
                        <a:pt x="692879" y="278110"/>
                        <a:pt x="692505" y="284243"/>
                        <a:pt x="695321" y="289176"/>
                      </a:cubicBezTo>
                      <a:cubicBezTo>
                        <a:pt x="708291" y="311607"/>
                        <a:pt x="718220" y="335661"/>
                        <a:pt x="724849" y="360709"/>
                      </a:cubicBezTo>
                      <a:cubicBezTo>
                        <a:pt x="726332" y="366216"/>
                        <a:pt x="730928" y="370326"/>
                        <a:pt x="736565" y="371187"/>
                      </a:cubicBezTo>
                      <a:lnTo>
                        <a:pt x="847721" y="388332"/>
                      </a:lnTo>
                      <a:lnTo>
                        <a:pt x="847721" y="48796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91873E4-19C7-433D-89A8-52F46A50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Бюджет пилота</a:t>
            </a:r>
            <a:endParaRPr lang="ru-RU" b="1" dirty="0">
              <a:solidFill>
                <a:schemeClr val="bg2"/>
              </a:solidFill>
            </a:endParaRPr>
          </a:p>
        </p:txBody>
      </p:sp>
      <p:sp>
        <p:nvSpPr>
          <p:cNvPr id="119" name="Slide Number Placeholder 2">
            <a:extLst>
              <a:ext uri="{FF2B5EF4-FFF2-40B4-BE49-F238E27FC236}">
                <a16:creationId xmlns:a16="http://schemas.microsoft.com/office/drawing/2014/main" id="{F10132E1-FDFC-42CA-8BBE-6D9D8749A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A8A74-8566-41AB-BE36-77E5736D8C67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F6700-7FCD-4C78-A99F-CA40CD083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5F1C3D-27B3-4163-BF6F-FB42A1FD6EF8}"/>
              </a:ext>
            </a:extLst>
          </p:cNvPr>
          <p:cNvGrpSpPr/>
          <p:nvPr/>
        </p:nvGrpSpPr>
        <p:grpSpPr>
          <a:xfrm>
            <a:off x="1092201" y="1146892"/>
            <a:ext cx="10016831" cy="2282108"/>
            <a:chOff x="1092201" y="1146892"/>
            <a:chExt cx="10016831" cy="2282108"/>
          </a:xfrm>
        </p:grpSpPr>
        <p:sp>
          <p:nvSpPr>
            <p:cNvPr id="13" name="Rectangle 34">
              <a:extLst>
                <a:ext uri="{FF2B5EF4-FFF2-40B4-BE49-F238E27FC236}">
                  <a16:creationId xmlns:a16="http://schemas.microsoft.com/office/drawing/2014/main" id="{88DFA226-C004-4B22-BC38-A362FD8DC094}"/>
                </a:ext>
              </a:extLst>
            </p:cNvPr>
            <p:cNvSpPr/>
            <p:nvPr/>
          </p:nvSpPr>
          <p:spPr>
            <a:xfrm>
              <a:off x="1092201" y="1146892"/>
              <a:ext cx="10016829" cy="2282108"/>
            </a:xfrm>
            <a:prstGeom prst="roundRect">
              <a:avLst>
                <a:gd name="adj" fmla="val 172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  <a:alpha val="99000"/>
                </a:schemeClr>
              </a:solidFill>
            </a:ln>
            <a:effectLst>
              <a:outerShdw dist="25400" dir="5400000" algn="t" rotWithShape="0">
                <a:schemeClr val="accent1"/>
              </a:outerShdw>
            </a:effectLst>
          </p:spPr>
          <p:txBody>
            <a:bodyPr rot="0" spcFirstLastPara="0" vertOverflow="overflow" horzOverflow="overflow" vert="horz" wrap="none" lIns="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 dirty="0">
                <a:latin typeface="+mj-lt"/>
              </a:endParaRPr>
            </a:p>
          </p:txBody>
        </p:sp>
        <p:sp>
          <p:nvSpPr>
            <p:cNvPr id="14" name="Rectangle 35">
              <a:extLst>
                <a:ext uri="{FF2B5EF4-FFF2-40B4-BE49-F238E27FC236}">
                  <a16:creationId xmlns:a16="http://schemas.microsoft.com/office/drawing/2014/main" id="{7934B439-081F-4973-BDF8-3B5A3EE36764}"/>
                </a:ext>
              </a:extLst>
            </p:cNvPr>
            <p:cNvSpPr/>
            <p:nvPr/>
          </p:nvSpPr>
          <p:spPr>
            <a:xfrm>
              <a:off x="1092201" y="1146892"/>
              <a:ext cx="10016828" cy="391397"/>
            </a:xfrm>
            <a:prstGeom prst="round2SameRect">
              <a:avLst>
                <a:gd name="adj1" fmla="val 10689"/>
                <a:gd name="adj2" fmla="val 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540000" tIns="0" rIns="7200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671513">
                <a:spcAft>
                  <a:spcPts val="450"/>
                </a:spcAft>
                <a:buClr>
                  <a:schemeClr val="accent1"/>
                </a:buClr>
              </a:pPr>
              <a:endParaRPr lang="en-US" sz="12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" name="Rectangle 34">
              <a:extLst>
                <a:ext uri="{FF2B5EF4-FFF2-40B4-BE49-F238E27FC236}">
                  <a16:creationId xmlns:a16="http://schemas.microsoft.com/office/drawing/2014/main" id="{099A6625-C930-4D02-BF60-ABFB2D33C625}"/>
                </a:ext>
              </a:extLst>
            </p:cNvPr>
            <p:cNvSpPr/>
            <p:nvPr/>
          </p:nvSpPr>
          <p:spPr>
            <a:xfrm>
              <a:off x="1092201" y="1147764"/>
              <a:ext cx="10016831" cy="2282108"/>
            </a:xfrm>
            <a:prstGeom prst="roundRect">
              <a:avLst>
                <a:gd name="adj" fmla="val 2180"/>
              </a:avLst>
            </a:prstGeom>
            <a:noFill/>
            <a:ln w="9525">
              <a:solidFill>
                <a:schemeClr val="tx2">
                  <a:alpha val="99000"/>
                </a:schemeClr>
              </a:solidFill>
            </a:ln>
            <a:effectLst/>
          </p:spPr>
          <p:txBody>
            <a:bodyPr rot="0" spcFirstLastPara="0" vertOverflow="overflow" horzOverflow="overflow" vert="horz" wrap="none" lIns="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 dirty="0">
                <a:latin typeface="+mj-lt"/>
              </a:endParaRPr>
            </a:p>
          </p:txBody>
        </p:sp>
      </p:grpSp>
      <p:graphicFrame>
        <p:nvGraphicFramePr>
          <p:cNvPr id="20" name="Таблица 12">
            <a:extLst>
              <a:ext uri="{FF2B5EF4-FFF2-40B4-BE49-F238E27FC236}">
                <a16:creationId xmlns:a16="http://schemas.microsoft.com/office/drawing/2014/main" id="{3FCB9E4E-2A3D-44D9-95A6-4E01F1AA9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780274"/>
              </p:ext>
            </p:extLst>
          </p:nvPr>
        </p:nvGraphicFramePr>
        <p:xfrm>
          <a:off x="1106815" y="1146892"/>
          <a:ext cx="9991432" cy="2282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7858">
                  <a:extLst>
                    <a:ext uri="{9D8B030D-6E8A-4147-A177-3AD203B41FA5}">
                      <a16:colId xmlns:a16="http://schemas.microsoft.com/office/drawing/2014/main" val="2052779202"/>
                    </a:ext>
                  </a:extLst>
                </a:gridCol>
                <a:gridCol w="2497858">
                  <a:extLst>
                    <a:ext uri="{9D8B030D-6E8A-4147-A177-3AD203B41FA5}">
                      <a16:colId xmlns:a16="http://schemas.microsoft.com/office/drawing/2014/main" val="78735721"/>
                    </a:ext>
                  </a:extLst>
                </a:gridCol>
                <a:gridCol w="2497858">
                  <a:extLst>
                    <a:ext uri="{9D8B030D-6E8A-4147-A177-3AD203B41FA5}">
                      <a16:colId xmlns:a16="http://schemas.microsoft.com/office/drawing/2014/main" val="4268556142"/>
                    </a:ext>
                  </a:extLst>
                </a:gridCol>
                <a:gridCol w="2497858">
                  <a:extLst>
                    <a:ext uri="{9D8B030D-6E8A-4147-A177-3AD203B41FA5}">
                      <a16:colId xmlns:a16="http://schemas.microsoft.com/office/drawing/2014/main" val="3417236482"/>
                    </a:ext>
                  </a:extLst>
                </a:gridCol>
              </a:tblGrid>
              <a:tr h="392004"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chemeClr val="bg1"/>
                          </a:solidFill>
                          <a:latin typeface="+mj-lt"/>
                        </a:rPr>
                        <a:t>Статья</a:t>
                      </a:r>
                    </a:p>
                  </a:txBody>
                  <a:tcPr marL="81000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bg1"/>
                          </a:solidFill>
                          <a:latin typeface="+mj-lt"/>
                        </a:rPr>
                        <a:t>План, млн ₽</a:t>
                      </a:r>
                    </a:p>
                  </a:txBody>
                  <a:tcPr marL="81000" marR="149539" marT="31652" marB="31652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bg1"/>
                          </a:solidFill>
                          <a:latin typeface="+mj-lt"/>
                        </a:rPr>
                        <a:t>Факт, млн ₽</a:t>
                      </a:r>
                    </a:p>
                  </a:txBody>
                  <a:tcPr marL="81000" marR="149539" marT="31652" marB="31652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bg1"/>
                          </a:solidFill>
                          <a:latin typeface="+mj-lt"/>
                        </a:rPr>
                        <a:t>Отклонение</a:t>
                      </a:r>
                    </a:p>
                  </a:txBody>
                  <a:tcPr marL="81000" marR="149539" marT="31652" marB="31652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25686"/>
                  </a:ext>
                </a:extLst>
              </a:tr>
              <a:tr h="472526">
                <a:tc>
                  <a:txBody>
                    <a:bodyPr/>
                    <a:lstStyle/>
                    <a:p>
                      <a:r>
                        <a:rPr kumimoji="0" lang="ru-RU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Лицензии</a:t>
                      </a:r>
                    </a:p>
                  </a:txBody>
                  <a:tcPr marL="81000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4,0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3,6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−10%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46792"/>
                  </a:ext>
                </a:extLst>
              </a:tr>
              <a:tr h="472526">
                <a:tc>
                  <a:txBody>
                    <a:bodyPr/>
                    <a:lstStyle/>
                    <a:p>
                      <a:pPr marL="0" marR="0" lvl="0" indent="0" algn="l" defTabSz="583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Внедрение и интеграции</a:t>
                      </a:r>
                    </a:p>
                  </a:txBody>
                  <a:tcPr marL="81000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2,5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2,9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+16%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265967"/>
                  </a:ext>
                </a:extLst>
              </a:tr>
              <a:tr h="472526">
                <a:tc>
                  <a:txBody>
                    <a:bodyPr/>
                    <a:lstStyle/>
                    <a:p>
                      <a:pPr marL="0" marR="0" lvl="0" indent="0" algn="l" defTabSz="583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Обучение преподавателей</a:t>
                      </a:r>
                    </a:p>
                  </a:txBody>
                  <a:tcPr marL="81000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1,0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0,8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−20%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552207"/>
                  </a:ext>
                </a:extLst>
              </a:tr>
              <a:tr h="472526">
                <a:tc>
                  <a:txBody>
                    <a:bodyPr/>
                    <a:lstStyle/>
                    <a:p>
                      <a:pPr marL="0" marR="0" lvl="0" indent="0" algn="l" defTabSz="583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Итого</a:t>
                      </a:r>
                    </a:p>
                  </a:txBody>
                  <a:tcPr marL="81000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7,5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7,3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91585" lvl="2" algn="ctr" defTabSz="583170" rtl="0" eaLnBrk="1" fontAlgn="b" latinLnBrk="0" hangingPunct="1"/>
                      <a:r>
                        <a:rPr kumimoji="0" lang="ru-RU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Inter" panose="02000000000000000000" pitchFamily="2" charset="0"/>
                          <a:cs typeface="Inter" panose="020B0604020202020204" pitchFamily="34" charset="0"/>
                        </a:rPr>
                        <a:t>−3%</a:t>
                      </a:r>
                      <a:endParaRPr lang="ru-RU" sz="1200" u="none" strike="noStrike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Inter" panose="02000000000000000000" pitchFamily="2" charset="0"/>
                        <a:cs typeface="Inter" panose="020B0604020202020204" pitchFamily="34" charset="0"/>
                      </a:endParaRPr>
                    </a:p>
                  </a:txBody>
                  <a:tcPr marL="0" marR="270000" marT="0" marB="270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24757"/>
                  </a:ext>
                </a:extLst>
              </a:tr>
            </a:tbl>
          </a:graphicData>
        </a:graphic>
      </p:graphicFrame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D080A57-82EC-472A-AEDF-59828DEE29A9}"/>
              </a:ext>
            </a:extLst>
          </p:cNvPr>
          <p:cNvGrpSpPr/>
          <p:nvPr/>
        </p:nvGrpSpPr>
        <p:grpSpPr>
          <a:xfrm>
            <a:off x="1092200" y="3953285"/>
            <a:ext cx="10016832" cy="2391952"/>
            <a:chOff x="1092200" y="3953285"/>
            <a:chExt cx="10016832" cy="2391952"/>
          </a:xfrm>
        </p:grpSpPr>
        <p:sp>
          <p:nvSpPr>
            <p:cNvPr id="9" name="Rounded Rectangle 76">
              <a:extLst>
                <a:ext uri="{FF2B5EF4-FFF2-40B4-BE49-F238E27FC236}">
                  <a16:creationId xmlns:a16="http://schemas.microsoft.com/office/drawing/2014/main" id="{10E3B037-E147-44AF-8F21-D7D364867FC4}"/>
                </a:ext>
              </a:extLst>
            </p:cNvPr>
            <p:cNvSpPr/>
            <p:nvPr/>
          </p:nvSpPr>
          <p:spPr>
            <a:xfrm>
              <a:off x="1092200" y="3953285"/>
              <a:ext cx="10016832" cy="2391952"/>
            </a:xfrm>
            <a:prstGeom prst="roundRect">
              <a:avLst>
                <a:gd name="adj" fmla="val 185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" name="Рисунок 82">
              <a:extLst>
                <a:ext uri="{FF2B5EF4-FFF2-40B4-BE49-F238E27FC236}">
                  <a16:creationId xmlns:a16="http://schemas.microsoft.com/office/drawing/2014/main" id="{E73C34AA-FC56-45AF-A629-E5A5B341B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" r="23520" b="35217"/>
            <a:stretch/>
          </p:blipFill>
          <p:spPr>
            <a:xfrm>
              <a:off x="9187823" y="4365797"/>
              <a:ext cx="1911977" cy="1979439"/>
            </a:xfrm>
            <a:prstGeom prst="rect">
              <a:avLst/>
            </a:prstGeom>
          </p:spPr>
        </p:pic>
        <p:sp>
          <p:nvSpPr>
            <p:cNvPr id="12" name="Текст 4">
              <a:extLst>
                <a:ext uri="{FF2B5EF4-FFF2-40B4-BE49-F238E27FC236}">
                  <a16:creationId xmlns:a16="http://schemas.microsoft.com/office/drawing/2014/main" id="{8D510E99-7F1F-4224-8929-74084BAECB1C}"/>
                </a:ext>
              </a:extLst>
            </p:cNvPr>
            <p:cNvSpPr txBox="1">
              <a:spLocks/>
            </p:cNvSpPr>
            <p:nvPr/>
          </p:nvSpPr>
          <p:spPr>
            <a:xfrm>
              <a:off x="1470124" y="4805618"/>
              <a:ext cx="8673620" cy="107721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rtlCol="0" anchor="ctr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lang="en-US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1pPr>
              <a:lvl2pPr marL="284400" indent="-1728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lang="en-US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2pPr>
              <a:lvl3pPr marL="511200" indent="-165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lang="en-US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lang="en-US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  <a:sym typeface="+mn-lt"/>
                </a:defRPr>
              </a:lvl4pPr>
              <a:lvl5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lang="en-US"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5pPr>
              <a:lvl6pPr marL="269875" indent="-1524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lang="en-US" sz="16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lang="en-US" sz="4400" kern="1200" baseline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lang="en-US" sz="5400" kern="1200" baseline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  <a:sym typeface="+mn-lt"/>
                </a:defRPr>
              </a:lvl8pPr>
              <a:lvl9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lang="en-US" sz="2400" kern="1200" baseline="0" dirty="0">
                  <a:solidFill>
                    <a:schemeClr val="tx2"/>
                  </a:solidFill>
                  <a:latin typeface="+mn-lt"/>
                  <a:ea typeface="+mn-ea"/>
                  <a:cs typeface="+mn-cs"/>
                  <a:sym typeface="+mn-lt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  <a:sym typeface="+mn-lt"/>
                </a:rPr>
                <a:t>Перерасход на интеграции компенсирован экономией на лицензиях. При масштабировании стоимость на одного студента снизится.</a:t>
              </a:r>
            </a:p>
          </p:txBody>
        </p: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82358C9-A4A8-429E-B528-440067F7C2E4}"/>
                </a:ext>
              </a:extLst>
            </p:cNvPr>
            <p:cNvGrpSpPr/>
            <p:nvPr/>
          </p:nvGrpSpPr>
          <p:grpSpPr>
            <a:xfrm>
              <a:off x="1484236" y="4387305"/>
              <a:ext cx="8827864" cy="313200"/>
              <a:chOff x="1484236" y="4387305"/>
              <a:chExt cx="8827864" cy="313200"/>
            </a:xfrm>
          </p:grpSpPr>
          <p:sp>
            <p:nvSpPr>
              <p:cNvPr id="21" name="Текст 3">
                <a:extLst>
                  <a:ext uri="{FF2B5EF4-FFF2-40B4-BE49-F238E27FC236}">
                    <a16:creationId xmlns:a16="http://schemas.microsoft.com/office/drawing/2014/main" id="{A87D49DD-CE5E-4F4D-B8D8-7B8AE64A01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0796" y="4410211"/>
                <a:ext cx="8401304" cy="276999"/>
              </a:xfrm>
              <a:prstGeom prst="rect">
                <a:avLst/>
              </a:prstGeom>
              <a:noFill/>
              <a:ln w="9525" cap="rnd">
                <a:noFill/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29BA74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ru-RU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05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j-lt"/>
                    <a:ea typeface="Inter" panose="020B0504000000000000" pitchFamily="34" charset="-5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da-DK" sz="1800" dirty="0"/>
                  <a:t>Бюджет выполнен</a:t>
                </a:r>
                <a:endParaRPr lang="ru-RU" sz="1800" dirty="0"/>
              </a:p>
            </p:txBody>
          </p:sp>
          <p:sp>
            <p:nvSpPr>
              <p:cNvPr id="33" name="Рисунок 4">
                <a:extLst>
                  <a:ext uri="{FF2B5EF4-FFF2-40B4-BE49-F238E27FC236}">
                    <a16:creationId xmlns:a16="http://schemas.microsoft.com/office/drawing/2014/main" id="{0E2E947C-6078-4BCC-B237-AE46BE7C2D7B}"/>
                  </a:ext>
                </a:extLst>
              </p:cNvPr>
              <p:cNvSpPr/>
              <p:nvPr/>
            </p:nvSpPr>
            <p:spPr>
              <a:xfrm>
                <a:off x="1484236" y="4387305"/>
                <a:ext cx="313200" cy="313200"/>
              </a:xfrm>
              <a:custGeom>
                <a:avLst/>
                <a:gdLst>
                  <a:gd name="connsiteX0" fmla="*/ 433384 w 876301"/>
                  <a:gd name="connsiteY0" fmla="*/ 257172 h 876301"/>
                  <a:gd name="connsiteX1" fmla="*/ 257171 w 876301"/>
                  <a:gd name="connsiteY1" fmla="*/ 433385 h 876301"/>
                  <a:gd name="connsiteX2" fmla="*/ 433384 w 876301"/>
                  <a:gd name="connsiteY2" fmla="*/ 609597 h 876301"/>
                  <a:gd name="connsiteX3" fmla="*/ 609596 w 876301"/>
                  <a:gd name="connsiteY3" fmla="*/ 433385 h 876301"/>
                  <a:gd name="connsiteX4" fmla="*/ 433384 w 876301"/>
                  <a:gd name="connsiteY4" fmla="*/ 257172 h 876301"/>
                  <a:gd name="connsiteX5" fmla="*/ 433384 w 876301"/>
                  <a:gd name="connsiteY5" fmla="*/ 581022 h 876301"/>
                  <a:gd name="connsiteX6" fmla="*/ 285746 w 876301"/>
                  <a:gd name="connsiteY6" fmla="*/ 433385 h 876301"/>
                  <a:gd name="connsiteX7" fmla="*/ 433384 w 876301"/>
                  <a:gd name="connsiteY7" fmla="*/ 285747 h 876301"/>
                  <a:gd name="connsiteX8" fmla="*/ 581021 w 876301"/>
                  <a:gd name="connsiteY8" fmla="*/ 433385 h 876301"/>
                  <a:gd name="connsiteX9" fmla="*/ 433384 w 876301"/>
                  <a:gd name="connsiteY9" fmla="*/ 581022 h 876301"/>
                  <a:gd name="connsiteX10" fmla="*/ 864104 w 876301"/>
                  <a:gd name="connsiteY10" fmla="*/ 361947 h 876301"/>
                  <a:gd name="connsiteX11" fmla="*/ 749804 w 876301"/>
                  <a:gd name="connsiteY11" fmla="*/ 344707 h 876301"/>
                  <a:gd name="connsiteX12" fmla="*/ 724563 w 876301"/>
                  <a:gd name="connsiteY12" fmla="*/ 283461 h 876301"/>
                  <a:gd name="connsiteX13" fmla="*/ 792857 w 876301"/>
                  <a:gd name="connsiteY13" fmla="*/ 190783 h 876301"/>
                  <a:gd name="connsiteX14" fmla="*/ 791524 w 876301"/>
                  <a:gd name="connsiteY14" fmla="*/ 171733 h 876301"/>
                  <a:gd name="connsiteX15" fmla="*/ 703703 w 876301"/>
                  <a:gd name="connsiteY15" fmla="*/ 84008 h 876301"/>
                  <a:gd name="connsiteX16" fmla="*/ 684653 w 876301"/>
                  <a:gd name="connsiteY16" fmla="*/ 82579 h 876301"/>
                  <a:gd name="connsiteX17" fmla="*/ 592261 w 876301"/>
                  <a:gd name="connsiteY17" fmla="*/ 150683 h 876301"/>
                  <a:gd name="connsiteX18" fmla="*/ 530634 w 876301"/>
                  <a:gd name="connsiteY18" fmla="*/ 125061 h 876301"/>
                  <a:gd name="connsiteX19" fmla="*/ 514346 w 876301"/>
                  <a:gd name="connsiteY19" fmla="*/ 12189 h 876301"/>
                  <a:gd name="connsiteX20" fmla="*/ 500059 w 876301"/>
                  <a:gd name="connsiteY20" fmla="*/ -3 h 876301"/>
                  <a:gd name="connsiteX21" fmla="*/ 376234 w 876301"/>
                  <a:gd name="connsiteY21" fmla="*/ -3 h 876301"/>
                  <a:gd name="connsiteX22" fmla="*/ 361946 w 876301"/>
                  <a:gd name="connsiteY22" fmla="*/ 12189 h 876301"/>
                  <a:gd name="connsiteX23" fmla="*/ 344801 w 876301"/>
                  <a:gd name="connsiteY23" fmla="*/ 125537 h 876301"/>
                  <a:gd name="connsiteX24" fmla="*/ 283270 w 876301"/>
                  <a:gd name="connsiteY24" fmla="*/ 151159 h 876301"/>
                  <a:gd name="connsiteX25" fmla="*/ 190782 w 876301"/>
                  <a:gd name="connsiteY25" fmla="*/ 83055 h 876301"/>
                  <a:gd name="connsiteX26" fmla="*/ 171732 w 876301"/>
                  <a:gd name="connsiteY26" fmla="*/ 84484 h 876301"/>
                  <a:gd name="connsiteX27" fmla="*/ 84007 w 876301"/>
                  <a:gd name="connsiteY27" fmla="*/ 172209 h 876301"/>
                  <a:gd name="connsiteX28" fmla="*/ 82578 w 876301"/>
                  <a:gd name="connsiteY28" fmla="*/ 191259 h 876301"/>
                  <a:gd name="connsiteX29" fmla="*/ 150968 w 876301"/>
                  <a:gd name="connsiteY29" fmla="*/ 283938 h 876301"/>
                  <a:gd name="connsiteX30" fmla="*/ 125631 w 876301"/>
                  <a:gd name="connsiteY30" fmla="*/ 345183 h 876301"/>
                  <a:gd name="connsiteX31" fmla="*/ 11331 w 876301"/>
                  <a:gd name="connsiteY31" fmla="*/ 362424 h 876301"/>
                  <a:gd name="connsiteX32" fmla="*/ -4 w 876301"/>
                  <a:gd name="connsiteY32" fmla="*/ 376235 h 876301"/>
                  <a:gd name="connsiteX33" fmla="*/ -4 w 876301"/>
                  <a:gd name="connsiteY33" fmla="*/ 500060 h 876301"/>
                  <a:gd name="connsiteX34" fmla="*/ 12188 w 876301"/>
                  <a:gd name="connsiteY34" fmla="*/ 514347 h 876301"/>
                  <a:gd name="connsiteX35" fmla="*/ 126488 w 876301"/>
                  <a:gd name="connsiteY35" fmla="*/ 531683 h 876301"/>
                  <a:gd name="connsiteX36" fmla="*/ 151730 w 876301"/>
                  <a:gd name="connsiteY36" fmla="*/ 592071 h 876301"/>
                  <a:gd name="connsiteX37" fmla="*/ 82864 w 876301"/>
                  <a:gd name="connsiteY37" fmla="*/ 685512 h 876301"/>
                  <a:gd name="connsiteX38" fmla="*/ 84293 w 876301"/>
                  <a:gd name="connsiteY38" fmla="*/ 704562 h 876301"/>
                  <a:gd name="connsiteX39" fmla="*/ 172018 w 876301"/>
                  <a:gd name="connsiteY39" fmla="*/ 792287 h 876301"/>
                  <a:gd name="connsiteX40" fmla="*/ 191068 w 876301"/>
                  <a:gd name="connsiteY40" fmla="*/ 793716 h 876301"/>
                  <a:gd name="connsiteX41" fmla="*/ 284794 w 876301"/>
                  <a:gd name="connsiteY41" fmla="*/ 724659 h 876301"/>
                  <a:gd name="connsiteX42" fmla="*/ 344801 w 876301"/>
                  <a:gd name="connsiteY42" fmla="*/ 749424 h 876301"/>
                  <a:gd name="connsiteX43" fmla="*/ 361946 w 876301"/>
                  <a:gd name="connsiteY43" fmla="*/ 864105 h 876301"/>
                  <a:gd name="connsiteX44" fmla="*/ 376234 w 876301"/>
                  <a:gd name="connsiteY44" fmla="*/ 876297 h 876301"/>
                  <a:gd name="connsiteX45" fmla="*/ 500059 w 876301"/>
                  <a:gd name="connsiteY45" fmla="*/ 876297 h 876301"/>
                  <a:gd name="connsiteX46" fmla="*/ 514156 w 876301"/>
                  <a:gd name="connsiteY46" fmla="*/ 864105 h 876301"/>
                  <a:gd name="connsiteX47" fmla="*/ 531587 w 876301"/>
                  <a:gd name="connsiteY47" fmla="*/ 748948 h 876301"/>
                  <a:gd name="connsiteX48" fmla="*/ 591594 w 876301"/>
                  <a:gd name="connsiteY48" fmla="*/ 724183 h 876301"/>
                  <a:gd name="connsiteX49" fmla="*/ 685320 w 876301"/>
                  <a:gd name="connsiteY49" fmla="*/ 793239 h 876301"/>
                  <a:gd name="connsiteX50" fmla="*/ 704370 w 876301"/>
                  <a:gd name="connsiteY50" fmla="*/ 791811 h 876301"/>
                  <a:gd name="connsiteX51" fmla="*/ 792095 w 876301"/>
                  <a:gd name="connsiteY51" fmla="*/ 704085 h 876301"/>
                  <a:gd name="connsiteX52" fmla="*/ 793524 w 876301"/>
                  <a:gd name="connsiteY52" fmla="*/ 685035 h 876301"/>
                  <a:gd name="connsiteX53" fmla="*/ 724658 w 876301"/>
                  <a:gd name="connsiteY53" fmla="*/ 591595 h 876301"/>
                  <a:gd name="connsiteX54" fmla="*/ 749900 w 876301"/>
                  <a:gd name="connsiteY54" fmla="*/ 531207 h 876301"/>
                  <a:gd name="connsiteX55" fmla="*/ 864200 w 876301"/>
                  <a:gd name="connsiteY55" fmla="*/ 513871 h 876301"/>
                  <a:gd name="connsiteX56" fmla="*/ 876296 w 876301"/>
                  <a:gd name="connsiteY56" fmla="*/ 500060 h 876301"/>
                  <a:gd name="connsiteX57" fmla="*/ 876296 w 876301"/>
                  <a:gd name="connsiteY57" fmla="*/ 376235 h 876301"/>
                  <a:gd name="connsiteX58" fmla="*/ 864104 w 876301"/>
                  <a:gd name="connsiteY58" fmla="*/ 361947 h 876301"/>
                  <a:gd name="connsiteX59" fmla="*/ 847721 w 876301"/>
                  <a:gd name="connsiteY59" fmla="*/ 487963 h 876301"/>
                  <a:gd name="connsiteX60" fmla="*/ 736279 w 876301"/>
                  <a:gd name="connsiteY60" fmla="*/ 504822 h 876301"/>
                  <a:gd name="connsiteX61" fmla="*/ 724563 w 876301"/>
                  <a:gd name="connsiteY61" fmla="*/ 515205 h 876301"/>
                  <a:gd name="connsiteX62" fmla="*/ 695036 w 876301"/>
                  <a:gd name="connsiteY62" fmla="*/ 585785 h 876301"/>
                  <a:gd name="connsiteX63" fmla="*/ 695893 w 876301"/>
                  <a:gd name="connsiteY63" fmla="*/ 601406 h 876301"/>
                  <a:gd name="connsiteX64" fmla="*/ 762568 w 876301"/>
                  <a:gd name="connsiteY64" fmla="*/ 692370 h 876301"/>
                  <a:gd name="connsiteX65" fmla="*/ 692559 w 876301"/>
                  <a:gd name="connsiteY65" fmla="*/ 762950 h 876301"/>
                  <a:gd name="connsiteX66" fmla="*/ 601310 w 876301"/>
                  <a:gd name="connsiteY66" fmla="*/ 695703 h 876301"/>
                  <a:gd name="connsiteX67" fmla="*/ 585784 w 876301"/>
                  <a:gd name="connsiteY67" fmla="*/ 694846 h 876301"/>
                  <a:gd name="connsiteX68" fmla="*/ 515394 w 876301"/>
                  <a:gd name="connsiteY68" fmla="*/ 723993 h 876301"/>
                  <a:gd name="connsiteX69" fmla="*/ 504917 w 876301"/>
                  <a:gd name="connsiteY69" fmla="*/ 735613 h 876301"/>
                  <a:gd name="connsiteX70" fmla="*/ 487867 w 876301"/>
                  <a:gd name="connsiteY70" fmla="*/ 847722 h 876301"/>
                  <a:gd name="connsiteX71" fmla="*/ 388331 w 876301"/>
                  <a:gd name="connsiteY71" fmla="*/ 847722 h 876301"/>
                  <a:gd name="connsiteX72" fmla="*/ 371376 w 876301"/>
                  <a:gd name="connsiteY72" fmla="*/ 735613 h 876301"/>
                  <a:gd name="connsiteX73" fmla="*/ 360994 w 876301"/>
                  <a:gd name="connsiteY73" fmla="*/ 723993 h 876301"/>
                  <a:gd name="connsiteX74" fmla="*/ 290509 w 876301"/>
                  <a:gd name="connsiteY74" fmla="*/ 694846 h 876301"/>
                  <a:gd name="connsiteX75" fmla="*/ 274983 w 876301"/>
                  <a:gd name="connsiteY75" fmla="*/ 695703 h 876301"/>
                  <a:gd name="connsiteX76" fmla="*/ 183734 w 876301"/>
                  <a:gd name="connsiteY76" fmla="*/ 762950 h 876301"/>
                  <a:gd name="connsiteX77" fmla="*/ 113344 w 876301"/>
                  <a:gd name="connsiteY77" fmla="*/ 692560 h 876301"/>
                  <a:gd name="connsiteX78" fmla="*/ 180019 w 876301"/>
                  <a:gd name="connsiteY78" fmla="*/ 601596 h 876301"/>
                  <a:gd name="connsiteX79" fmla="*/ 181257 w 876301"/>
                  <a:gd name="connsiteY79" fmla="*/ 585785 h 876301"/>
                  <a:gd name="connsiteX80" fmla="*/ 151634 w 876301"/>
                  <a:gd name="connsiteY80" fmla="*/ 515014 h 876301"/>
                  <a:gd name="connsiteX81" fmla="*/ 140014 w 876301"/>
                  <a:gd name="connsiteY81" fmla="*/ 504822 h 876301"/>
                  <a:gd name="connsiteX82" fmla="*/ 28571 w 876301"/>
                  <a:gd name="connsiteY82" fmla="*/ 487963 h 876301"/>
                  <a:gd name="connsiteX83" fmla="*/ 28571 w 876301"/>
                  <a:gd name="connsiteY83" fmla="*/ 388332 h 876301"/>
                  <a:gd name="connsiteX84" fmla="*/ 139538 w 876301"/>
                  <a:gd name="connsiteY84" fmla="*/ 371568 h 876301"/>
                  <a:gd name="connsiteX85" fmla="*/ 151158 w 876301"/>
                  <a:gd name="connsiteY85" fmla="*/ 361090 h 876301"/>
                  <a:gd name="connsiteX86" fmla="*/ 180686 w 876301"/>
                  <a:gd name="connsiteY86" fmla="*/ 289557 h 876301"/>
                  <a:gd name="connsiteX87" fmla="*/ 179828 w 876301"/>
                  <a:gd name="connsiteY87" fmla="*/ 273936 h 876301"/>
                  <a:gd name="connsiteX88" fmla="*/ 113153 w 876301"/>
                  <a:gd name="connsiteY88" fmla="*/ 183735 h 876301"/>
                  <a:gd name="connsiteX89" fmla="*/ 183543 w 876301"/>
                  <a:gd name="connsiteY89" fmla="*/ 113345 h 876301"/>
                  <a:gd name="connsiteX90" fmla="*/ 273459 w 876301"/>
                  <a:gd name="connsiteY90" fmla="*/ 180020 h 876301"/>
                  <a:gd name="connsiteX91" fmla="*/ 289175 w 876301"/>
                  <a:gd name="connsiteY91" fmla="*/ 180877 h 876301"/>
                  <a:gd name="connsiteX92" fmla="*/ 361089 w 876301"/>
                  <a:gd name="connsiteY92" fmla="*/ 150969 h 876301"/>
                  <a:gd name="connsiteX93" fmla="*/ 371471 w 876301"/>
                  <a:gd name="connsiteY93" fmla="*/ 139253 h 876301"/>
                  <a:gd name="connsiteX94" fmla="*/ 388331 w 876301"/>
                  <a:gd name="connsiteY94" fmla="*/ 28572 h 876301"/>
                  <a:gd name="connsiteX95" fmla="*/ 487867 w 876301"/>
                  <a:gd name="connsiteY95" fmla="*/ 28572 h 876301"/>
                  <a:gd name="connsiteX96" fmla="*/ 504631 w 876301"/>
                  <a:gd name="connsiteY96" fmla="*/ 138872 h 876301"/>
                  <a:gd name="connsiteX97" fmla="*/ 515013 w 876301"/>
                  <a:gd name="connsiteY97" fmla="*/ 150588 h 876301"/>
                  <a:gd name="connsiteX98" fmla="*/ 586927 w 876301"/>
                  <a:gd name="connsiteY98" fmla="*/ 180496 h 876301"/>
                  <a:gd name="connsiteX99" fmla="*/ 602643 w 876301"/>
                  <a:gd name="connsiteY99" fmla="*/ 179639 h 876301"/>
                  <a:gd name="connsiteX100" fmla="*/ 692559 w 876301"/>
                  <a:gd name="connsiteY100" fmla="*/ 112964 h 876301"/>
                  <a:gd name="connsiteX101" fmla="*/ 762949 w 876301"/>
                  <a:gd name="connsiteY101" fmla="*/ 183354 h 876301"/>
                  <a:gd name="connsiteX102" fmla="*/ 696274 w 876301"/>
                  <a:gd name="connsiteY102" fmla="*/ 273555 h 876301"/>
                  <a:gd name="connsiteX103" fmla="*/ 695321 w 876301"/>
                  <a:gd name="connsiteY103" fmla="*/ 289176 h 876301"/>
                  <a:gd name="connsiteX104" fmla="*/ 724849 w 876301"/>
                  <a:gd name="connsiteY104" fmla="*/ 360709 h 876301"/>
                  <a:gd name="connsiteX105" fmla="*/ 736565 w 876301"/>
                  <a:gd name="connsiteY105" fmla="*/ 371187 h 876301"/>
                  <a:gd name="connsiteX106" fmla="*/ 847721 w 876301"/>
                  <a:gd name="connsiteY106" fmla="*/ 388332 h 876301"/>
                  <a:gd name="connsiteX107" fmla="*/ 847721 w 876301"/>
                  <a:gd name="connsiteY107" fmla="*/ 487963 h 87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876301" h="876301">
                    <a:moveTo>
                      <a:pt x="433384" y="257172"/>
                    </a:moveTo>
                    <a:cubicBezTo>
                      <a:pt x="336064" y="257172"/>
                      <a:pt x="257171" y="336065"/>
                      <a:pt x="257171" y="433385"/>
                    </a:cubicBezTo>
                    <a:cubicBezTo>
                      <a:pt x="257171" y="530705"/>
                      <a:pt x="336064" y="609597"/>
                      <a:pt x="433384" y="609597"/>
                    </a:cubicBezTo>
                    <a:cubicBezTo>
                      <a:pt x="530704" y="609597"/>
                      <a:pt x="609596" y="530705"/>
                      <a:pt x="609596" y="433385"/>
                    </a:cubicBezTo>
                    <a:cubicBezTo>
                      <a:pt x="609492" y="336109"/>
                      <a:pt x="530660" y="257277"/>
                      <a:pt x="433384" y="257172"/>
                    </a:cubicBezTo>
                    <a:close/>
                    <a:moveTo>
                      <a:pt x="433384" y="581022"/>
                    </a:moveTo>
                    <a:cubicBezTo>
                      <a:pt x="351846" y="581022"/>
                      <a:pt x="285746" y="514923"/>
                      <a:pt x="285746" y="433385"/>
                    </a:cubicBezTo>
                    <a:cubicBezTo>
                      <a:pt x="285746" y="351847"/>
                      <a:pt x="351846" y="285747"/>
                      <a:pt x="433384" y="285747"/>
                    </a:cubicBezTo>
                    <a:cubicBezTo>
                      <a:pt x="514922" y="285747"/>
                      <a:pt x="581021" y="351847"/>
                      <a:pt x="581021" y="433385"/>
                    </a:cubicBezTo>
                    <a:cubicBezTo>
                      <a:pt x="580969" y="514901"/>
                      <a:pt x="514900" y="580970"/>
                      <a:pt x="433384" y="581022"/>
                    </a:cubicBezTo>
                    <a:close/>
                    <a:moveTo>
                      <a:pt x="864104" y="361947"/>
                    </a:moveTo>
                    <a:lnTo>
                      <a:pt x="749804" y="344707"/>
                    </a:lnTo>
                    <a:cubicBezTo>
                      <a:pt x="743472" y="323495"/>
                      <a:pt x="735016" y="302975"/>
                      <a:pt x="724563" y="283461"/>
                    </a:cubicBezTo>
                    <a:lnTo>
                      <a:pt x="792857" y="190783"/>
                    </a:lnTo>
                    <a:cubicBezTo>
                      <a:pt x="797345" y="185025"/>
                      <a:pt x="796770" y="176810"/>
                      <a:pt x="791524" y="171733"/>
                    </a:cubicBezTo>
                    <a:lnTo>
                      <a:pt x="703703" y="84008"/>
                    </a:lnTo>
                    <a:cubicBezTo>
                      <a:pt x="698672" y="78689"/>
                      <a:pt x="690422" y="78071"/>
                      <a:pt x="684653" y="82579"/>
                    </a:cubicBezTo>
                    <a:lnTo>
                      <a:pt x="592261" y="150683"/>
                    </a:lnTo>
                    <a:cubicBezTo>
                      <a:pt x="572660" y="140034"/>
                      <a:pt x="552007" y="131447"/>
                      <a:pt x="530634" y="125061"/>
                    </a:cubicBezTo>
                    <a:lnTo>
                      <a:pt x="514346" y="12189"/>
                    </a:lnTo>
                    <a:cubicBezTo>
                      <a:pt x="513300" y="5126"/>
                      <a:pt x="507199" y="-80"/>
                      <a:pt x="500059" y="-3"/>
                    </a:cubicBezTo>
                    <a:lnTo>
                      <a:pt x="376234" y="-3"/>
                    </a:lnTo>
                    <a:cubicBezTo>
                      <a:pt x="369094" y="-80"/>
                      <a:pt x="362993" y="5126"/>
                      <a:pt x="361946" y="12189"/>
                    </a:cubicBezTo>
                    <a:lnTo>
                      <a:pt x="344801" y="125537"/>
                    </a:lnTo>
                    <a:cubicBezTo>
                      <a:pt x="323464" y="131939"/>
                      <a:pt x="302845" y="140524"/>
                      <a:pt x="283270" y="151159"/>
                    </a:cubicBezTo>
                    <a:lnTo>
                      <a:pt x="190782" y="83055"/>
                    </a:lnTo>
                    <a:cubicBezTo>
                      <a:pt x="185014" y="78547"/>
                      <a:pt x="176763" y="79165"/>
                      <a:pt x="171732" y="84484"/>
                    </a:cubicBezTo>
                    <a:lnTo>
                      <a:pt x="84007" y="172209"/>
                    </a:lnTo>
                    <a:cubicBezTo>
                      <a:pt x="78688" y="177240"/>
                      <a:pt x="78070" y="185491"/>
                      <a:pt x="82578" y="191259"/>
                    </a:cubicBezTo>
                    <a:lnTo>
                      <a:pt x="150968" y="283938"/>
                    </a:lnTo>
                    <a:cubicBezTo>
                      <a:pt x="140445" y="303431"/>
                      <a:pt x="131956" y="323954"/>
                      <a:pt x="125631" y="345183"/>
                    </a:cubicBezTo>
                    <a:lnTo>
                      <a:pt x="11331" y="362424"/>
                    </a:lnTo>
                    <a:cubicBezTo>
                      <a:pt x="4785" y="363806"/>
                      <a:pt x="75" y="369545"/>
                      <a:pt x="-4" y="376235"/>
                    </a:cubicBezTo>
                    <a:lnTo>
                      <a:pt x="-4" y="500060"/>
                    </a:lnTo>
                    <a:cubicBezTo>
                      <a:pt x="-81" y="507200"/>
                      <a:pt x="5125" y="513301"/>
                      <a:pt x="12188" y="514347"/>
                    </a:cubicBezTo>
                    <a:lnTo>
                      <a:pt x="126488" y="531683"/>
                    </a:lnTo>
                    <a:cubicBezTo>
                      <a:pt x="132890" y="552595"/>
                      <a:pt x="141345" y="572823"/>
                      <a:pt x="151730" y="592071"/>
                    </a:cubicBezTo>
                    <a:lnTo>
                      <a:pt x="82864" y="685512"/>
                    </a:lnTo>
                    <a:cubicBezTo>
                      <a:pt x="78356" y="691280"/>
                      <a:pt x="78974" y="699531"/>
                      <a:pt x="84293" y="704562"/>
                    </a:cubicBezTo>
                    <a:lnTo>
                      <a:pt x="172018" y="792287"/>
                    </a:lnTo>
                    <a:cubicBezTo>
                      <a:pt x="177049" y="797606"/>
                      <a:pt x="185300" y="798224"/>
                      <a:pt x="191068" y="793716"/>
                    </a:cubicBezTo>
                    <a:lnTo>
                      <a:pt x="284794" y="724659"/>
                    </a:lnTo>
                    <a:cubicBezTo>
                      <a:pt x="303912" y="734912"/>
                      <a:pt x="324017" y="743209"/>
                      <a:pt x="344801" y="749424"/>
                    </a:cubicBezTo>
                    <a:lnTo>
                      <a:pt x="361946" y="864105"/>
                    </a:lnTo>
                    <a:cubicBezTo>
                      <a:pt x="362993" y="871168"/>
                      <a:pt x="369094" y="876375"/>
                      <a:pt x="376234" y="876297"/>
                    </a:cubicBezTo>
                    <a:lnTo>
                      <a:pt x="500059" y="876297"/>
                    </a:lnTo>
                    <a:cubicBezTo>
                      <a:pt x="507126" y="876279"/>
                      <a:pt x="513120" y="871097"/>
                      <a:pt x="514156" y="864105"/>
                    </a:cubicBezTo>
                    <a:lnTo>
                      <a:pt x="531587" y="748948"/>
                    </a:lnTo>
                    <a:cubicBezTo>
                      <a:pt x="552371" y="742733"/>
                      <a:pt x="572476" y="734436"/>
                      <a:pt x="591594" y="724183"/>
                    </a:cubicBezTo>
                    <a:lnTo>
                      <a:pt x="685320" y="793239"/>
                    </a:lnTo>
                    <a:cubicBezTo>
                      <a:pt x="691088" y="797748"/>
                      <a:pt x="699339" y="797129"/>
                      <a:pt x="704370" y="791811"/>
                    </a:cubicBezTo>
                    <a:lnTo>
                      <a:pt x="792095" y="704085"/>
                    </a:lnTo>
                    <a:cubicBezTo>
                      <a:pt x="797414" y="699054"/>
                      <a:pt x="798032" y="690804"/>
                      <a:pt x="793524" y="685035"/>
                    </a:cubicBezTo>
                    <a:lnTo>
                      <a:pt x="724658" y="591595"/>
                    </a:lnTo>
                    <a:cubicBezTo>
                      <a:pt x="735083" y="572366"/>
                      <a:pt x="743539" y="552134"/>
                      <a:pt x="749900" y="531207"/>
                    </a:cubicBezTo>
                    <a:lnTo>
                      <a:pt x="864200" y="513871"/>
                    </a:lnTo>
                    <a:cubicBezTo>
                      <a:pt x="871048" y="512810"/>
                      <a:pt x="876147" y="506988"/>
                      <a:pt x="876296" y="500060"/>
                    </a:cubicBezTo>
                    <a:lnTo>
                      <a:pt x="876296" y="376235"/>
                    </a:lnTo>
                    <a:cubicBezTo>
                      <a:pt x="876374" y="369095"/>
                      <a:pt x="871167" y="362994"/>
                      <a:pt x="864104" y="361947"/>
                    </a:cubicBezTo>
                    <a:close/>
                    <a:moveTo>
                      <a:pt x="847721" y="487963"/>
                    </a:moveTo>
                    <a:lnTo>
                      <a:pt x="736279" y="504822"/>
                    </a:lnTo>
                    <a:cubicBezTo>
                      <a:pt x="730656" y="505645"/>
                      <a:pt x="726057" y="509722"/>
                      <a:pt x="724563" y="515205"/>
                    </a:cubicBezTo>
                    <a:cubicBezTo>
                      <a:pt x="717806" y="539907"/>
                      <a:pt x="707881" y="563630"/>
                      <a:pt x="695036" y="585785"/>
                    </a:cubicBezTo>
                    <a:cubicBezTo>
                      <a:pt x="692192" y="590700"/>
                      <a:pt x="692529" y="596832"/>
                      <a:pt x="695893" y="601406"/>
                    </a:cubicBezTo>
                    <a:lnTo>
                      <a:pt x="762568" y="692370"/>
                    </a:lnTo>
                    <a:lnTo>
                      <a:pt x="692559" y="762950"/>
                    </a:lnTo>
                    <a:lnTo>
                      <a:pt x="601310" y="695703"/>
                    </a:lnTo>
                    <a:cubicBezTo>
                      <a:pt x="596757" y="692380"/>
                      <a:pt x="590675" y="692044"/>
                      <a:pt x="585784" y="694846"/>
                    </a:cubicBezTo>
                    <a:cubicBezTo>
                      <a:pt x="563689" y="707584"/>
                      <a:pt x="540026" y="717382"/>
                      <a:pt x="515394" y="723993"/>
                    </a:cubicBezTo>
                    <a:cubicBezTo>
                      <a:pt x="509889" y="725418"/>
                      <a:pt x="505765" y="729991"/>
                      <a:pt x="504917" y="735613"/>
                    </a:cubicBezTo>
                    <a:lnTo>
                      <a:pt x="487867" y="847722"/>
                    </a:lnTo>
                    <a:lnTo>
                      <a:pt x="388331" y="847722"/>
                    </a:lnTo>
                    <a:lnTo>
                      <a:pt x="371376" y="735613"/>
                    </a:lnTo>
                    <a:cubicBezTo>
                      <a:pt x="370542" y="730016"/>
                      <a:pt x="366462" y="725450"/>
                      <a:pt x="360994" y="723993"/>
                    </a:cubicBezTo>
                    <a:cubicBezTo>
                      <a:pt x="336332" y="717382"/>
                      <a:pt x="312637" y="707585"/>
                      <a:pt x="290509" y="694846"/>
                    </a:cubicBezTo>
                    <a:cubicBezTo>
                      <a:pt x="285623" y="692019"/>
                      <a:pt x="279527" y="692355"/>
                      <a:pt x="274983" y="695703"/>
                    </a:cubicBezTo>
                    <a:lnTo>
                      <a:pt x="183734" y="762950"/>
                    </a:lnTo>
                    <a:lnTo>
                      <a:pt x="113344" y="692560"/>
                    </a:lnTo>
                    <a:lnTo>
                      <a:pt x="180019" y="601596"/>
                    </a:lnTo>
                    <a:cubicBezTo>
                      <a:pt x="183588" y="597060"/>
                      <a:pt x="184077" y="590822"/>
                      <a:pt x="181257" y="585785"/>
                    </a:cubicBezTo>
                    <a:cubicBezTo>
                      <a:pt x="168367" y="563574"/>
                      <a:pt x="158409" y="539785"/>
                      <a:pt x="151634" y="515014"/>
                    </a:cubicBezTo>
                    <a:cubicBezTo>
                      <a:pt x="150134" y="509607"/>
                      <a:pt x="145571" y="505604"/>
                      <a:pt x="140014" y="504822"/>
                    </a:cubicBezTo>
                    <a:lnTo>
                      <a:pt x="28571" y="487963"/>
                    </a:lnTo>
                    <a:lnTo>
                      <a:pt x="28571" y="388332"/>
                    </a:lnTo>
                    <a:lnTo>
                      <a:pt x="139538" y="371568"/>
                    </a:lnTo>
                    <a:cubicBezTo>
                      <a:pt x="145160" y="370719"/>
                      <a:pt x="149733" y="366596"/>
                      <a:pt x="151158" y="361090"/>
                    </a:cubicBezTo>
                    <a:cubicBezTo>
                      <a:pt x="157870" y="336071"/>
                      <a:pt x="167795" y="312027"/>
                      <a:pt x="180686" y="289557"/>
                    </a:cubicBezTo>
                    <a:cubicBezTo>
                      <a:pt x="183529" y="284642"/>
                      <a:pt x="183193" y="278510"/>
                      <a:pt x="179828" y="273936"/>
                    </a:cubicBezTo>
                    <a:lnTo>
                      <a:pt x="113153" y="183735"/>
                    </a:lnTo>
                    <a:lnTo>
                      <a:pt x="183543" y="113345"/>
                    </a:lnTo>
                    <a:lnTo>
                      <a:pt x="273459" y="180020"/>
                    </a:lnTo>
                    <a:cubicBezTo>
                      <a:pt x="278071" y="183377"/>
                      <a:pt x="284225" y="183713"/>
                      <a:pt x="289175" y="180877"/>
                    </a:cubicBezTo>
                    <a:cubicBezTo>
                      <a:pt x="311701" y="167735"/>
                      <a:pt x="335888" y="157676"/>
                      <a:pt x="361089" y="150969"/>
                    </a:cubicBezTo>
                    <a:cubicBezTo>
                      <a:pt x="366545" y="149432"/>
                      <a:pt x="370602" y="144854"/>
                      <a:pt x="371471" y="139253"/>
                    </a:cubicBezTo>
                    <a:lnTo>
                      <a:pt x="388331" y="28572"/>
                    </a:lnTo>
                    <a:lnTo>
                      <a:pt x="487867" y="28572"/>
                    </a:lnTo>
                    <a:lnTo>
                      <a:pt x="504631" y="138872"/>
                    </a:lnTo>
                    <a:cubicBezTo>
                      <a:pt x="505500" y="144473"/>
                      <a:pt x="509557" y="149051"/>
                      <a:pt x="515013" y="150588"/>
                    </a:cubicBezTo>
                    <a:cubicBezTo>
                      <a:pt x="540214" y="157295"/>
                      <a:pt x="564401" y="167354"/>
                      <a:pt x="586927" y="180496"/>
                    </a:cubicBezTo>
                    <a:cubicBezTo>
                      <a:pt x="591877" y="183332"/>
                      <a:pt x="598031" y="182996"/>
                      <a:pt x="602643" y="179639"/>
                    </a:cubicBezTo>
                    <a:lnTo>
                      <a:pt x="692559" y="112964"/>
                    </a:lnTo>
                    <a:lnTo>
                      <a:pt x="762949" y="183354"/>
                    </a:lnTo>
                    <a:lnTo>
                      <a:pt x="696274" y="273555"/>
                    </a:lnTo>
                    <a:cubicBezTo>
                      <a:pt x="692879" y="278110"/>
                      <a:pt x="692505" y="284243"/>
                      <a:pt x="695321" y="289176"/>
                    </a:cubicBezTo>
                    <a:cubicBezTo>
                      <a:pt x="708291" y="311607"/>
                      <a:pt x="718220" y="335661"/>
                      <a:pt x="724849" y="360709"/>
                    </a:cubicBezTo>
                    <a:cubicBezTo>
                      <a:pt x="726332" y="366216"/>
                      <a:pt x="730928" y="370326"/>
                      <a:pt x="736565" y="371187"/>
                    </a:cubicBezTo>
                    <a:lnTo>
                      <a:pt x="847721" y="388332"/>
                    </a:lnTo>
                    <a:lnTo>
                      <a:pt x="847721" y="487963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29B7F18-CB8E-465C-B3E1-3FB4496D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561" y="2587669"/>
            <a:ext cx="5646399" cy="1231106"/>
          </a:xfrm>
        </p:spPr>
        <p:txBody>
          <a:bodyPr/>
          <a:lstStyle/>
          <a:p>
            <a:r>
              <a:rPr lang="ru-RU" b="1" dirty="0"/>
              <a:t>Масштабирование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BBA949CE-05E1-42C2-989E-3749CD3C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масштабирования</a:t>
            </a:r>
            <a:endParaRPr lang="ru-RU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CB5AE5-3433-4E55-B18F-589147DD7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A8A74-8566-41AB-BE36-77E5736D8C67}" type="slidenum">
              <a:rPr lang="ru-RU" smtClean="0"/>
              <a:pPr/>
              <a:t>9</a:t>
            </a:fld>
            <a:endParaRPr lang="ru-RU" sz="1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AE626-0499-45F8-BD49-537D85D75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363A12-E4D4-4516-9129-FD05E0B8A80E}"/>
              </a:ext>
            </a:extLst>
          </p:cNvPr>
          <p:cNvGrpSpPr/>
          <p:nvPr/>
        </p:nvGrpSpPr>
        <p:grpSpPr>
          <a:xfrm>
            <a:off x="1" y="1294263"/>
            <a:ext cx="12191999" cy="3741675"/>
            <a:chOff x="1" y="1313313"/>
            <a:chExt cx="12191999" cy="3741675"/>
          </a:xfrm>
        </p:grpSpPr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ADA591FE-3BEA-4DA6-AB2F-4698FE94D1DB}"/>
                </a:ext>
              </a:extLst>
            </p:cNvPr>
            <p:cNvSpPr/>
            <p:nvPr/>
          </p:nvSpPr>
          <p:spPr>
            <a:xfrm>
              <a:off x="9241013" y="1313313"/>
              <a:ext cx="1870011" cy="1870011"/>
            </a:xfrm>
            <a:prstGeom prst="arc">
              <a:avLst>
                <a:gd name="adj1" fmla="val 16200000"/>
                <a:gd name="adj2" fmla="val 5374723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C7BAAB-CC28-4A09-92F3-DBF9D3338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" y="1313314"/>
              <a:ext cx="10203542" cy="0"/>
            </a:xfrm>
            <a:prstGeom prst="line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4DA3833C-4544-441D-AC5F-7AC638189E53}"/>
                </a:ext>
              </a:extLst>
            </p:cNvPr>
            <p:cNvSpPr/>
            <p:nvPr/>
          </p:nvSpPr>
          <p:spPr>
            <a:xfrm>
              <a:off x="1109995" y="3184977"/>
              <a:ext cx="1870011" cy="1870011"/>
            </a:xfrm>
            <a:prstGeom prst="arc">
              <a:avLst>
                <a:gd name="adj1" fmla="val 5334358"/>
                <a:gd name="adj2" fmla="val 16201962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A30F4E-AC93-4A07-BB70-802F9B46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3113" y="3184977"/>
              <a:ext cx="8160430" cy="0"/>
            </a:xfrm>
            <a:prstGeom prst="line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88E7A61-ADFE-49BB-B5DB-18752D5C1091}"/>
                </a:ext>
              </a:extLst>
            </p:cNvPr>
            <p:cNvCxnSpPr>
              <a:cxnSpLocks/>
            </p:cNvCxnSpPr>
            <p:nvPr/>
          </p:nvCxnSpPr>
          <p:spPr>
            <a:xfrm>
              <a:off x="1988458" y="5054988"/>
              <a:ext cx="10203542" cy="0"/>
            </a:xfrm>
            <a:prstGeom prst="line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D24730-C398-4E71-A580-EEC852E84964}"/>
              </a:ext>
            </a:extLst>
          </p:cNvPr>
          <p:cNvGrpSpPr/>
          <p:nvPr/>
        </p:nvGrpSpPr>
        <p:grpSpPr>
          <a:xfrm>
            <a:off x="2009882" y="1260247"/>
            <a:ext cx="3542400" cy="1228850"/>
            <a:chOff x="2009882" y="1431697"/>
            <a:chExt cx="3542400" cy="1228850"/>
          </a:xfrm>
        </p:grpSpPr>
        <p:sp>
          <p:nvSpPr>
            <p:cNvPr id="34" name="Текст 2">
              <a:extLst>
                <a:ext uri="{FF2B5EF4-FFF2-40B4-BE49-F238E27FC236}">
                  <a16:creationId xmlns:a16="http://schemas.microsoft.com/office/drawing/2014/main" id="{A55BB1D7-75FE-4F50-9D3D-50B1654B67D7}"/>
                </a:ext>
              </a:extLst>
            </p:cNvPr>
            <p:cNvSpPr txBox="1">
              <a:spLocks/>
            </p:cNvSpPr>
            <p:nvPr/>
          </p:nvSpPr>
          <p:spPr>
            <a:xfrm>
              <a:off x="2009882" y="1667968"/>
              <a:ext cx="3542400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Январь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</a:pPr>
              <a:r>
                <a:rPr lang="en-US" dirty="0"/>
                <a:t>Решение учёного совета и утверждение бюджета</a:t>
              </a:r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3CE2CDB-6CCB-4254-93CD-158C3E14AA83}"/>
                </a:ext>
              </a:extLst>
            </p:cNvPr>
            <p:cNvSpPr/>
            <p:nvPr/>
          </p:nvSpPr>
          <p:spPr>
            <a:xfrm>
              <a:off x="2009882" y="143169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83C275-DA39-45EE-AA31-4A8ADCE833C1}"/>
              </a:ext>
            </a:extLst>
          </p:cNvPr>
          <p:cNvGrpSpPr/>
          <p:nvPr/>
        </p:nvGrpSpPr>
        <p:grpSpPr>
          <a:xfrm>
            <a:off x="6030338" y="1260247"/>
            <a:ext cx="3542400" cy="1228850"/>
            <a:chOff x="6030338" y="1431697"/>
            <a:chExt cx="3542400" cy="1228850"/>
          </a:xfrm>
        </p:grpSpPr>
        <p:sp>
          <p:nvSpPr>
            <p:cNvPr id="37" name="Текст 2">
              <a:extLst>
                <a:ext uri="{FF2B5EF4-FFF2-40B4-BE49-F238E27FC236}">
                  <a16:creationId xmlns:a16="http://schemas.microsoft.com/office/drawing/2014/main" id="{223E72BB-F4CA-42F0-B8F5-0F50DD08405F}"/>
                </a:ext>
              </a:extLst>
            </p:cNvPr>
            <p:cNvSpPr txBox="1">
              <a:spLocks/>
            </p:cNvSpPr>
            <p:nvPr/>
          </p:nvSpPr>
          <p:spPr>
            <a:xfrm>
              <a:off x="6030338" y="1667968"/>
              <a:ext cx="3542400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Февраль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</a:pPr>
              <a:r>
                <a:rPr lang="en-US" dirty="0"/>
                <a:t>Подключение программ бакалавриата</a:t>
              </a:r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7488AFB-9D7C-4576-AA80-5F88996FC80E}"/>
                </a:ext>
              </a:extLst>
            </p:cNvPr>
            <p:cNvSpPr/>
            <p:nvPr/>
          </p:nvSpPr>
          <p:spPr>
            <a:xfrm>
              <a:off x="6030338" y="143169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B463F2-E51F-46B4-8745-36551E60C7FC}"/>
              </a:ext>
            </a:extLst>
          </p:cNvPr>
          <p:cNvGrpSpPr/>
          <p:nvPr/>
        </p:nvGrpSpPr>
        <p:grpSpPr>
          <a:xfrm>
            <a:off x="2009880" y="3133497"/>
            <a:ext cx="3542400" cy="1222568"/>
            <a:chOff x="2009880" y="3304947"/>
            <a:chExt cx="3542400" cy="1222568"/>
          </a:xfrm>
        </p:grpSpPr>
        <p:sp>
          <p:nvSpPr>
            <p:cNvPr id="40" name="Текст 2">
              <a:extLst>
                <a:ext uri="{FF2B5EF4-FFF2-40B4-BE49-F238E27FC236}">
                  <a16:creationId xmlns:a16="http://schemas.microsoft.com/office/drawing/2014/main" id="{D291497F-4E8F-4F3A-94C3-4DE909F77D06}"/>
                </a:ext>
              </a:extLst>
            </p:cNvPr>
            <p:cNvSpPr txBox="1">
              <a:spLocks/>
            </p:cNvSpPr>
            <p:nvPr/>
          </p:nvSpPr>
          <p:spPr>
            <a:xfrm>
              <a:off x="2009880" y="3534936"/>
              <a:ext cx="3542400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Март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  <a:buNone/>
              </a:pPr>
              <a:r>
                <a:rPr lang="en-US" dirty="0"/>
                <a:t>Обучение 120 преподавателей</a:t>
              </a:r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FE41485-901A-48D5-A509-446ADFD49AD8}"/>
                </a:ext>
              </a:extLst>
            </p:cNvPr>
            <p:cNvSpPr/>
            <p:nvPr/>
          </p:nvSpPr>
          <p:spPr>
            <a:xfrm>
              <a:off x="2009882" y="330494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971424-1250-488B-BF12-E5DF47B857DD}"/>
              </a:ext>
            </a:extLst>
          </p:cNvPr>
          <p:cNvGrpSpPr/>
          <p:nvPr/>
        </p:nvGrpSpPr>
        <p:grpSpPr>
          <a:xfrm>
            <a:off x="6030338" y="3133497"/>
            <a:ext cx="3542400" cy="1222568"/>
            <a:chOff x="6030338" y="3304947"/>
            <a:chExt cx="3542400" cy="1222568"/>
          </a:xfrm>
        </p:grpSpPr>
        <p:sp>
          <p:nvSpPr>
            <p:cNvPr id="43" name="Текст 2">
              <a:extLst>
                <a:ext uri="{FF2B5EF4-FFF2-40B4-BE49-F238E27FC236}">
                  <a16:creationId xmlns:a16="http://schemas.microsoft.com/office/drawing/2014/main" id="{E2EA694D-9571-4294-92BB-41C574559A26}"/>
                </a:ext>
              </a:extLst>
            </p:cNvPr>
            <p:cNvSpPr txBox="1">
              <a:spLocks/>
            </p:cNvSpPr>
            <p:nvPr/>
          </p:nvSpPr>
          <p:spPr>
            <a:xfrm>
              <a:off x="6030338" y="3534936"/>
              <a:ext cx="3542400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Апрель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</a:pPr>
              <a:r>
                <a:rPr lang="en-US" dirty="0"/>
                <a:t>Интеграция с системой расписания</a:t>
              </a:r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ACEFC2C-2BE6-43DE-B6E7-647955A1A17D}"/>
                </a:ext>
              </a:extLst>
            </p:cNvPr>
            <p:cNvSpPr/>
            <p:nvPr/>
          </p:nvSpPr>
          <p:spPr>
            <a:xfrm>
              <a:off x="6030338" y="330494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328999B-CDF5-4BBF-B6F2-2DEAE88AB5EB}"/>
              </a:ext>
            </a:extLst>
          </p:cNvPr>
          <p:cNvGrpSpPr/>
          <p:nvPr/>
        </p:nvGrpSpPr>
        <p:grpSpPr>
          <a:xfrm>
            <a:off x="2009882" y="5000397"/>
            <a:ext cx="3540992" cy="1230381"/>
            <a:chOff x="2009882" y="5171847"/>
            <a:chExt cx="3540992" cy="1230381"/>
          </a:xfrm>
        </p:grpSpPr>
        <p:sp>
          <p:nvSpPr>
            <p:cNvPr id="46" name="Текст 2">
              <a:extLst>
                <a:ext uri="{FF2B5EF4-FFF2-40B4-BE49-F238E27FC236}">
                  <a16:creationId xmlns:a16="http://schemas.microsoft.com/office/drawing/2014/main" id="{04121391-09CD-4B71-8A4A-9DC4D86F79FB}"/>
                </a:ext>
              </a:extLst>
            </p:cNvPr>
            <p:cNvSpPr txBox="1">
              <a:spLocks/>
            </p:cNvSpPr>
            <p:nvPr/>
          </p:nvSpPr>
          <p:spPr>
            <a:xfrm>
              <a:off x="2009882" y="5409649"/>
              <a:ext cx="3540992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Июнь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</a:pPr>
              <a:r>
                <a:rPr lang="en-US" dirty="0"/>
                <a:t>Перевод программ MBA и ДПО</a:t>
              </a:r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0A1D96-8BBB-4761-9F63-C056AFDF8FC5}"/>
                </a:ext>
              </a:extLst>
            </p:cNvPr>
            <p:cNvSpPr/>
            <p:nvPr/>
          </p:nvSpPr>
          <p:spPr>
            <a:xfrm>
              <a:off x="2009882" y="517184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2A13778-822B-4B05-B4DE-0CBB6DC2FB37}"/>
              </a:ext>
            </a:extLst>
          </p:cNvPr>
          <p:cNvGrpSpPr/>
          <p:nvPr/>
        </p:nvGrpSpPr>
        <p:grpSpPr>
          <a:xfrm>
            <a:off x="6030338" y="5000397"/>
            <a:ext cx="3542400" cy="1230381"/>
            <a:chOff x="6030338" y="5171847"/>
            <a:chExt cx="3542400" cy="1230381"/>
          </a:xfrm>
        </p:grpSpPr>
        <p:sp>
          <p:nvSpPr>
            <p:cNvPr id="49" name="Текст 2">
              <a:extLst>
                <a:ext uri="{FF2B5EF4-FFF2-40B4-BE49-F238E27FC236}">
                  <a16:creationId xmlns:a16="http://schemas.microsoft.com/office/drawing/2014/main" id="{883BDC89-96E7-4506-9072-664696E2A402}"/>
                </a:ext>
              </a:extLst>
            </p:cNvPr>
            <p:cNvSpPr txBox="1">
              <a:spLocks/>
            </p:cNvSpPr>
            <p:nvPr/>
          </p:nvSpPr>
          <p:spPr>
            <a:xfrm>
              <a:off x="6030338" y="5409649"/>
              <a:ext cx="3542400" cy="9925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ru-RU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​"/>
                <a:tabLst/>
                <a:defRPr kumimoji="0" sz="1200" i="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ea typeface="Inter" panose="020B0504000000000000" pitchFamily="34" charset="-52"/>
                </a:defRPr>
              </a:lvl1pPr>
              <a:lvl2pPr marL="284400" indent="-1728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200"/>
              </a:lvl2pPr>
              <a:lvl3pPr marL="511200" indent="-1656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Trebuchet MS" panose="020B0603020202020204" pitchFamily="34" charset="0"/>
                <a:buChar char="–"/>
                <a:defRPr sz="1200"/>
              </a:lvl3pPr>
              <a:lvl4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​"/>
                <a:defRPr sz="1600">
                  <a:solidFill>
                    <a:schemeClr val="tx2"/>
                  </a:solidFill>
                </a:defRPr>
              </a:lvl4pPr>
              <a:lvl5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 typeface="Arial" panose="020B0604020202020204" pitchFamily="34" charset="0"/>
                <a:buChar char="​"/>
                <a:defRPr sz="1600" b="1"/>
              </a:lvl5pPr>
              <a:lvl6pPr marL="269875" indent="-152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600"/>
              </a:lvl6pPr>
              <a:lvl7pPr marL="0" indent="0">
                <a:lnSpc>
                  <a:spcPct val="90000"/>
                </a:lnSpc>
                <a:spcBef>
                  <a:spcPts val="90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4400" baseline="0"/>
              </a:lvl7pPr>
              <a:lvl8pPr marL="0" indent="0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  <a:buFont typeface="Arial" panose="020B0604020202020204" pitchFamily="34" charset="0"/>
                <a:buChar char="​"/>
                <a:defRPr sz="5400" baseline="0">
                  <a:solidFill>
                    <a:schemeClr val="tx2"/>
                  </a:solidFill>
                </a:defRPr>
              </a:lvl8pPr>
              <a:lvl9pPr marL="0" indent="0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Font typeface="Arial" panose="020B0604020202020204" pitchFamily="34" charset="0"/>
                <a:buChar char="​"/>
                <a:defRPr sz="2400" baseline="0">
                  <a:solidFill>
                    <a:schemeClr val="tx2"/>
                  </a:solidFill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en-US" sz="1400" cap="all" dirty="0" err="1">
                  <a:solidFill>
                    <a:schemeClr val="accent1"/>
                  </a:solidFill>
                  <a:latin typeface="+mj-lt"/>
                  <a:ea typeface="+mn-ea"/>
                  <a:sym typeface="+mn-lt"/>
                </a:rPr>
                <a:t>Сентябрь 2027</a:t>
              </a:r>
              <a:endParaRPr lang="en-US" sz="1400" cap="all" dirty="0">
                <a:solidFill>
                  <a:schemeClr val="accent1"/>
                </a:solidFill>
                <a:latin typeface="+mj-lt"/>
                <a:ea typeface="+mn-ea"/>
                <a:sym typeface="+mn-lt"/>
              </a:endParaRPr>
            </a:p>
            <a:p>
              <a:pPr>
                <a:spcAft>
                  <a:spcPts val="300"/>
                </a:spcAft>
              </a:pPr>
              <a:r>
                <a:rPr lang="en-US" dirty="0"/>
                <a:t>Все программы на единой платформе</a:t>
              </a:r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582AEBF-0446-4696-A8BC-41ECDE7AF548}"/>
                </a:ext>
              </a:extLst>
            </p:cNvPr>
            <p:cNvSpPr/>
            <p:nvPr/>
          </p:nvSpPr>
          <p:spPr>
            <a:xfrm>
              <a:off x="6030338" y="5171847"/>
              <a:ext cx="72784" cy="7278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accent1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5BA6A7D-9A58-450E-8476-A72A0748AA1A}"/>
              </a:ext>
            </a:extLst>
          </p:cNvPr>
          <p:cNvCxnSpPr>
            <a:cxnSpLocks/>
          </p:cNvCxnSpPr>
          <p:nvPr/>
        </p:nvCxnSpPr>
        <p:spPr>
          <a:xfrm>
            <a:off x="658813" y="1167061"/>
            <a:ext cx="1217088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9A6D8185-EEB5-4B29-BF9D-154733B8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53825"/>
            <a:ext cx="8229600" cy="1360629"/>
          </a:xfrm>
        </p:spPr>
        <p:txBody>
          <a:bodyPr/>
          <a:lstStyle/>
          <a:p>
            <a:r>
              <a:rPr lang="ru-RU" b="1" dirty="0"/>
              <a:t>Вопросы и обсуждение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">
  <a:themeElements>
    <a:clrScheme name="Custom 88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C31632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Бакалавриат">
  <a:themeElements>
    <a:clrScheme name="Custom 89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70A501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Аспирантура">
  <a:themeElements>
    <a:clrScheme name="Custom 90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993EA6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xecutive MBA">
  <a:themeElements>
    <a:clrScheme name="Custom 91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3C64CE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Корпоративные программы">
  <a:themeElements>
    <a:clrScheme name="Custom 92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0A8796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English version">
  <a:themeElements>
    <a:clrScheme name="Custom 93">
      <a:dk1>
        <a:srgbClr val="410B10"/>
      </a:dk1>
      <a:lt1>
        <a:sysClr val="window" lastClr="FFFFFF"/>
      </a:lt1>
      <a:dk2>
        <a:srgbClr val="90A1AE"/>
      </a:dk2>
      <a:lt2>
        <a:srgbClr val="51626F"/>
      </a:lt2>
      <a:accent1>
        <a:srgbClr val="C31632"/>
      </a:accent1>
      <a:accent2>
        <a:srgbClr val="410B10"/>
      </a:accent2>
      <a:accent3>
        <a:srgbClr val="881621"/>
      </a:accent3>
      <a:accent4>
        <a:srgbClr val="647989"/>
      </a:accent4>
      <a:accent5>
        <a:srgbClr val="E76B77"/>
      </a:accent5>
      <a:accent6>
        <a:srgbClr val="C31632"/>
      </a:accent6>
      <a:hlink>
        <a:srgbClr val="C31632"/>
      </a:hlink>
      <a:folHlink>
        <a:srgbClr val="881621"/>
      </a:folHlink>
    </a:clrScheme>
    <a:fontScheme name="Другая 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spcAft>
            <a:spcPts val="300"/>
          </a:spcAft>
          <a:buClr>
            <a:schemeClr val="accent1"/>
          </a:buClr>
          <a:defRPr sz="1100" dirty="0">
            <a:solidFill>
              <a:schemeClr val="bg2"/>
            </a:solidFill>
            <a:latin typeface="Euclid Circular A" panose="020B0504000000000000" pitchFamily="34" charset="-52"/>
            <a:ea typeface="Euclid Circular A" panose="020B0504000000000000" pitchFamily="34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f3c9db9-38e8-44a6-887d-97c8104de07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4083AC99745E6458BEEC07F40DD0F47" ma:contentTypeVersion="12" ma:contentTypeDescription="Создание документа." ma:contentTypeScope="" ma:versionID="a77edfde9310b7f05e469579e7974618">
  <xsd:schema xmlns:xsd="http://www.w3.org/2001/XMLSchema" xmlns:xs="http://www.w3.org/2001/XMLSchema" xmlns:p="http://schemas.microsoft.com/office/2006/metadata/properties" xmlns:ns2="2f3c9db9-38e8-44a6-887d-97c8104de079" xmlns:ns3="9d6cb299-536c-433b-a1e8-f5229cd66bcc" targetNamespace="http://schemas.microsoft.com/office/2006/metadata/properties" ma:root="true" ma:fieldsID="a14f34e6f1da7d09df832d71b2f6c415" ns2:_="" ns3:_="">
    <xsd:import namespace="2f3c9db9-38e8-44a6-887d-97c8104de079"/>
    <xsd:import namespace="9d6cb299-536c-433b-a1e8-f5229cd66b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c9db9-38e8-44a6-887d-97c8104de0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Flow_SignoffStatus" ma:index="19" nillable="true" ma:displayName="Состояние одобрения" ma:internalName="_x0421__x043e__x0441__x0442__x043e__x044f__x043d__x0438__x0435__x0020__x043e__x0434__x043e__x0431__x0440__x0435__x043d__x0438__x044f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cb299-536c-433b-a1e8-f5229cd66bc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B1D044-1AEC-4699-8CBD-A0345CF878FD}">
  <ds:schemaRefs>
    <ds:schemaRef ds:uri="http://schemas.microsoft.com/office/2006/documentManagement/types"/>
    <ds:schemaRef ds:uri="2f3c9db9-38e8-44a6-887d-97c8104de079"/>
    <ds:schemaRef ds:uri="http://schemas.microsoft.com/office/2006/metadata/properties"/>
    <ds:schemaRef ds:uri="http://purl.org/dc/terms/"/>
    <ds:schemaRef ds:uri="http://schemas.openxmlformats.org/package/2006/metadata/core-properties"/>
    <ds:schemaRef ds:uri="9d6cb299-536c-433b-a1e8-f5229cd66bcc"/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415A488-8C9C-40F2-B03D-D6CB3EEAE8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3c9db9-38e8-44a6-887d-97c8104de079"/>
    <ds:schemaRef ds:uri="9d6cb299-536c-433b-a1e8-f5229cd66b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38E186-FA4E-4C21-A8FF-3371953FB4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10384</TotalTime>
  <Words>9843</Words>
  <Application>Microsoft Macintosh PowerPoint</Application>
  <PresentationFormat>Widescreen</PresentationFormat>
  <Paragraphs>1783</Paragraphs>
  <Slides>129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129</vt:i4>
      </vt:variant>
    </vt:vector>
  </HeadingPairs>
  <TitlesOfParts>
    <vt:vector size="150" baseType="lpstr">
      <vt:lpstr>Arial</vt:lpstr>
      <vt:lpstr>Calibri</vt:lpstr>
      <vt:lpstr>dt-line-transportation-01</vt:lpstr>
      <vt:lpstr>Euclid Circular A</vt:lpstr>
      <vt:lpstr>Euclid Circular A Light</vt:lpstr>
      <vt:lpstr>Euclid Circular B</vt:lpstr>
      <vt:lpstr>Euclid Circular B Light</vt:lpstr>
      <vt:lpstr>Inter</vt:lpstr>
      <vt:lpstr>Montserrat ExtraBold</vt:lpstr>
      <vt:lpstr>Montserrat SemiBold</vt:lpstr>
      <vt:lpstr>Play</vt:lpstr>
      <vt:lpstr>Roboto</vt:lpstr>
      <vt:lpstr>Roboto Light</vt:lpstr>
      <vt:lpstr>Source Sans Pro</vt:lpstr>
      <vt:lpstr>Trebuchet MS</vt:lpstr>
      <vt:lpstr>Основной шаблон</vt:lpstr>
      <vt:lpstr>Бакалавриат</vt:lpstr>
      <vt:lpstr>Аспирантура</vt:lpstr>
      <vt:lpstr>Executive MBA</vt:lpstr>
      <vt:lpstr>Корпоративные программы</vt:lpstr>
      <vt:lpstr>English version</vt:lpstr>
      <vt:lpstr>ШАБЛОН презентации высшей школы менеджмента</vt:lpstr>
      <vt:lpstr>PowerPoint Presentation</vt:lpstr>
      <vt:lpstr>резюме</vt:lpstr>
      <vt:lpstr>СОДЕРЖАНИЕ</vt:lpstr>
      <vt:lpstr>ТИТУЛЬНЫЕ СЛАЙДЫ</vt:lpstr>
      <vt:lpstr>VII Ежегодная международная научная конференция «Развивающиеся рынки — 2020»</vt:lpstr>
      <vt:lpstr>VII Ежегодная международная научная конференция «Развивающиеся рынки — 2020»</vt:lpstr>
      <vt:lpstr>VII Ежегодная международная научная конференция «Развивающиеся рынки — 2020»</vt:lpstr>
      <vt:lpstr>СОЗДАЕМ ЗНАНИЯ РАЗВИВАЕМ ЛИДЕРОВ МЕНЯЕМ МИР К ЛУЧШЕМУ</vt:lpstr>
      <vt:lpstr>MASTER</vt:lpstr>
      <vt:lpstr>О СТРАТЕГИИ РАЗВИТИЯ  ВШМ СПбГУ  ДО 2025 Г.</vt:lpstr>
      <vt:lpstr>РАЗДЕЛИТЕЛЬНЫЕ СЛАЙДЫ</vt:lpstr>
      <vt:lpstr>КАМПУС МЕЧТЫ ПУСТЬ МЕЧТА СТАНЕТ РЕАЛЬНОСТЬЮ</vt:lpstr>
      <vt:lpstr>Название раздела в две строки</vt:lpstr>
      <vt:lpstr>PowerPoint Presentation</vt:lpstr>
      <vt:lpstr>PowerPoint Presentation</vt:lpstr>
      <vt:lpstr>НАВИГАЦИЯ</vt:lpstr>
      <vt:lpstr>СОДЕРЖАНИЕ</vt:lpstr>
      <vt:lpstr>КОНТЕНТНЫЕ СЛАЙДЫ</vt:lpstr>
      <vt:lpstr>БУЛЛИТЫ</vt:lpstr>
      <vt:lpstr>БУЛЛИТЫ С ИКОНКАМИ</vt:lpstr>
      <vt:lpstr>БУЛЛИТЫ С ВЫВОДОМ</vt:lpstr>
      <vt:lpstr>2 ВЕРТИКАЛЬНЫЕ КАРТОЧКИ</vt:lpstr>
      <vt:lpstr>2 ВЕРТИКАЛЬНЫЕ КАРТОЧКИ с фото</vt:lpstr>
      <vt:lpstr>3 ВЕРТИКАЛЬНЫЕ КАРТОЧКИ</vt:lpstr>
      <vt:lpstr>3 ВЕРТИКАЛЬНЫЕ КАРТОЧКИ с фото</vt:lpstr>
      <vt:lpstr>4 ВЕРТИКАЛЬНЫЕ КАРТОЧКИ</vt:lpstr>
      <vt:lpstr>4 ВЕРТИКАЛЬНЫЕ КАРТОЧКИ с фото</vt:lpstr>
      <vt:lpstr>Карточки с процессом</vt:lpstr>
      <vt:lpstr>Карточка + фото</vt:lpstr>
      <vt:lpstr>4 карточки + фото</vt:lpstr>
      <vt:lpstr>4 КАРТОЧКИ С КРУГОМ В ЦЕНТРЕ</vt:lpstr>
      <vt:lpstr>6 хайлайтов</vt:lpstr>
      <vt:lpstr>8 хайлайтов (1)</vt:lpstr>
      <vt:lpstr>8 хайлайтов (2)</vt:lpstr>
      <vt:lpstr>Карточка и 6 хайлайтов</vt:lpstr>
      <vt:lpstr>МОКАП НОУТБУКА</vt:lpstr>
      <vt:lpstr>МОКАП ТЕЛЕФОНА</vt:lpstr>
      <vt:lpstr>МОКАП онлайн-класса</vt:lpstr>
      <vt:lpstr>МОКАП онлайн-класса</vt:lpstr>
      <vt:lpstr>СЛАЙД С ФОТО и текстом (1)</vt:lpstr>
      <vt:lpstr>СЛАЙД С ФОТО и текстом (2) </vt:lpstr>
      <vt:lpstr>ФОТО на весь слайд (1)</vt:lpstr>
      <vt:lpstr>ФОТО на весь слайд (2)</vt:lpstr>
      <vt:lpstr>ТАБЛИЦЫ</vt:lpstr>
      <vt:lpstr>ТАБЛИЦА</vt:lpstr>
      <vt:lpstr>ТАБЛИЦА</vt:lpstr>
      <vt:lpstr>ТАБЛИЦА с текстом (1)</vt:lpstr>
      <vt:lpstr>ТАБЛИЦА с текстом (2)</vt:lpstr>
      <vt:lpstr>ТАБЛИЦА-чеклист</vt:lpstr>
      <vt:lpstr>СХЕМЫ И ДИАГРАММЫ</vt:lpstr>
      <vt:lpstr>Структурная схема (1)</vt:lpstr>
      <vt:lpstr>Структурная схема (2)</vt:lpstr>
      <vt:lpstr>Структурная схема проектного менеджмента</vt:lpstr>
      <vt:lpstr>Диаграмма венна</vt:lpstr>
      <vt:lpstr>Пирамида</vt:lpstr>
      <vt:lpstr>Пузырьковая диаграмма</vt:lpstr>
      <vt:lpstr>матрица</vt:lpstr>
      <vt:lpstr>Круговая схема на 4 тезиса</vt:lpstr>
      <vt:lpstr>Круговая схема на 6 тезисов</vt:lpstr>
      <vt:lpstr>Круговая схема на 9 тезисов </vt:lpstr>
      <vt:lpstr>Круговой процесс</vt:lpstr>
      <vt:lpstr>Повторяющийся процесс</vt:lpstr>
      <vt:lpstr>Круговая Диаграмма и карточка</vt:lpstr>
      <vt:lpstr>Слайд с 2 диаграммами</vt:lpstr>
      <vt:lpstr>2 диаграммы и карточка</vt:lpstr>
      <vt:lpstr>2 диаграммы и карточка</vt:lpstr>
      <vt:lpstr>СХЕМА С ЦЕННОСТЯМИ</vt:lpstr>
      <vt:lpstr>Лепестковая диаграмма (1)</vt:lpstr>
      <vt:lpstr>Лепестковая диаграмма (2)</vt:lpstr>
      <vt:lpstr>Звезда</vt:lpstr>
      <vt:lpstr>Диаграмма Ганта (1)</vt:lpstr>
      <vt:lpstr>Диаграмма Ганта (2)</vt:lpstr>
      <vt:lpstr>4-этапный процесс</vt:lpstr>
      <vt:lpstr>ТАЙМЛАЙН (1)</vt:lpstr>
      <vt:lpstr>ТАЙМЛАЙН (2)</vt:lpstr>
      <vt:lpstr>ТАЙМЛАЙН (3)</vt:lpstr>
      <vt:lpstr>ТАЙМЛАЙН (4)</vt:lpstr>
      <vt:lpstr>КОНТАКТЫ</vt:lpstr>
      <vt:lpstr>Контакты</vt:lpstr>
      <vt:lpstr>PowerPoint Presentation</vt:lpstr>
      <vt:lpstr>Контакты</vt:lpstr>
      <vt:lpstr>Контакты</vt:lpstr>
      <vt:lpstr>ЭМОЦИОНАЛЬНЫЕ СЛАЙДЫ</vt:lpstr>
      <vt:lpstr>Какая из двух стран, большая или малая может повлиять на свои условия торговли?</vt:lpstr>
      <vt:lpstr>Какая из двух стран, большая или малая может повлиять на свои условия торговли?</vt:lpstr>
      <vt:lpstr>Какая из двух стран, большая или малая может повлиять на свои условия торговли?</vt:lpstr>
      <vt:lpstr>лучшей бизнес-школой года</vt:lpstr>
      <vt:lpstr>Лучшей бизнес-школой года</vt:lpstr>
      <vt:lpstr>PowerPoint Presentation</vt:lpstr>
      <vt:lpstr>PowerPoint Presentation</vt:lpstr>
      <vt:lpstr>ДОПОЛНИТЕЛЬНЫЕ ЭЛЕМЕНТЫ</vt:lpstr>
      <vt:lpstr>Карта России</vt:lpstr>
      <vt:lpstr>Карта России с регионами</vt:lpstr>
      <vt:lpstr>Геодезическая Карта</vt:lpstr>
      <vt:lpstr>Карта мира с регионами</vt:lpstr>
      <vt:lpstr>Иконки</vt:lpstr>
      <vt:lpstr>Иконки</vt:lpstr>
      <vt:lpstr>Иконки</vt:lpstr>
      <vt:lpstr>Иконки</vt:lpstr>
      <vt:lpstr>Иконки</vt:lpstr>
      <vt:lpstr>Иконки</vt:lpstr>
      <vt:lpstr>Иконки</vt:lpstr>
      <vt:lpstr>Иконки</vt:lpstr>
      <vt:lpstr>Иконки</vt:lpstr>
      <vt:lpstr>ТРОЙНАЯ АККРЕДИТАЦИЯ</vt:lpstr>
      <vt:lpstr>Флаги стран</vt:lpstr>
      <vt:lpstr>Флаги стран</vt:lpstr>
      <vt:lpstr>Флаги стран</vt:lpstr>
      <vt:lpstr>Флаги стран</vt:lpstr>
      <vt:lpstr>Флаги стран</vt:lpstr>
      <vt:lpstr>Флаги стран</vt:lpstr>
      <vt:lpstr>Международные организации </vt:lpstr>
      <vt:lpstr>Паттерны магистерских программ</vt:lpstr>
      <vt:lpstr>Паттерны магистерских программ</vt:lpstr>
      <vt:lpstr>Паттерны магистерских программ</vt:lpstr>
      <vt:lpstr>Паттерн ESG</vt:lpstr>
      <vt:lpstr>Логотипы вшм</vt:lpstr>
      <vt:lpstr>иллюстрации</vt:lpstr>
      <vt:lpstr>иллюстрации</vt:lpstr>
      <vt:lpstr>иллюстрации</vt:lpstr>
      <vt:lpstr>иллюстрации</vt:lpstr>
      <vt:lpstr>иллюстрации</vt:lpstr>
      <vt:lpstr>Фотографии</vt:lpstr>
      <vt:lpstr>Фотографии</vt:lpstr>
      <vt:lpstr>Фотографии</vt:lpstr>
      <vt:lpstr>Фотографии</vt:lpstr>
      <vt:lpstr>ВШМ СПбГУ СОСТОЯЛАСЬ КАК УСПЕШНАЯ УНИВЕРСИТЕТСКАЯ Бизнес-школа в России и в мире</vt:lpstr>
      <vt:lpstr>Вшм СПбГУ реализует программы по всем уровням подготовки, а также корпоративные программы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Жандров</dc:creator>
  <cp:lastModifiedBy>Кирилл Михайлюк</cp:lastModifiedBy>
  <cp:revision>809</cp:revision>
  <dcterms:created xsi:type="dcterms:W3CDTF">2019-08-08T16:07:44Z</dcterms:created>
  <dcterms:modified xsi:type="dcterms:W3CDTF">2026-09-03T12:11:32Z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0x01010084083AC99745E6458BEEC07F40DD0F47</vt:lpwstr>
  </property>
</Properties>
</file>